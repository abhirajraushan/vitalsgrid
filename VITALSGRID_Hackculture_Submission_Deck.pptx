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1695" cy="685800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0FB8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2525B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Slide</a:t>
            </a:r>
            <a:r>
              <a:rPr spc="-5" dirty="0"/>
              <a:t> </a:t>
            </a: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0FB8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2525B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Slide</a:t>
            </a:r>
            <a:r>
              <a:rPr spc="-5" dirty="0"/>
              <a:t> </a:t>
            </a: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2525B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Slide</a:t>
            </a:r>
            <a:r>
              <a:rPr spc="-5" dirty="0"/>
              <a:t> </a:t>
            </a: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1999" cy="7559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2525B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Slide</a:t>
            </a:r>
            <a:r>
              <a:rPr spc="-5" dirty="0"/>
              <a:t> </a:t>
            </a: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1999" y="7559999"/>
                </a:moveTo>
                <a:lnTo>
                  <a:pt x="0" y="7559999"/>
                </a:lnTo>
                <a:lnTo>
                  <a:pt x="0" y="0"/>
                </a:lnTo>
                <a:lnTo>
                  <a:pt x="10691999" y="0"/>
                </a:lnTo>
                <a:lnTo>
                  <a:pt x="10691999" y="7559999"/>
                </a:lnTo>
                <a:close/>
              </a:path>
            </a:pathLst>
          </a:custGeom>
          <a:solidFill>
            <a:srgbClr val="0808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19999" y="4727852"/>
            <a:ext cx="28575" cy="834390"/>
          </a:xfrm>
          <a:custGeom>
            <a:avLst/>
            <a:gdLst/>
            <a:ahLst/>
            <a:cxnLst/>
            <a:rect l="l" t="t" r="r" b="b"/>
            <a:pathLst>
              <a:path w="28575" h="834389">
                <a:moveTo>
                  <a:pt x="28575" y="834000"/>
                </a:moveTo>
                <a:lnTo>
                  <a:pt x="0" y="834000"/>
                </a:lnTo>
                <a:lnTo>
                  <a:pt x="0" y="0"/>
                </a:lnTo>
                <a:lnTo>
                  <a:pt x="28575" y="0"/>
                </a:lnTo>
                <a:lnTo>
                  <a:pt x="28575" y="834000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2525B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Slide</a:t>
            </a:r>
            <a:r>
              <a:rPr spc="-5" dirty="0"/>
              <a:t> </a:t>
            </a: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1999" y="7559999"/>
                </a:moveTo>
                <a:lnTo>
                  <a:pt x="0" y="7559999"/>
                </a:lnTo>
                <a:lnTo>
                  <a:pt x="0" y="0"/>
                </a:lnTo>
                <a:lnTo>
                  <a:pt x="10691999" y="0"/>
                </a:lnTo>
                <a:lnTo>
                  <a:pt x="10691999" y="7559999"/>
                </a:lnTo>
                <a:close/>
              </a:path>
            </a:pathLst>
          </a:custGeom>
          <a:solidFill>
            <a:srgbClr val="0808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19999" y="952799"/>
            <a:ext cx="9252585" cy="19050"/>
          </a:xfrm>
          <a:custGeom>
            <a:avLst/>
            <a:gdLst/>
            <a:ahLst/>
            <a:cxnLst/>
            <a:rect l="l" t="t" r="r" b="b"/>
            <a:pathLst>
              <a:path w="9252585" h="19050">
                <a:moveTo>
                  <a:pt x="9252000" y="19050"/>
                </a:moveTo>
                <a:lnTo>
                  <a:pt x="0" y="19050"/>
                </a:lnTo>
                <a:lnTo>
                  <a:pt x="0" y="0"/>
                </a:lnTo>
                <a:lnTo>
                  <a:pt x="9252000" y="0"/>
                </a:lnTo>
                <a:lnTo>
                  <a:pt x="9252000" y="19050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299" y="444699"/>
            <a:ext cx="8410575" cy="49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2291" y="1243583"/>
            <a:ext cx="9188816" cy="2028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0FB8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7299" y="7014329"/>
            <a:ext cx="3105785" cy="198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FB880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92499" y="7014329"/>
            <a:ext cx="1092200" cy="198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2525B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Slide</a:t>
            </a:r>
            <a:r>
              <a:rPr spc="-5" dirty="0"/>
              <a:t> </a:t>
            </a: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/>
          <p:cNvSpPr txBox="1"/>
          <p:nvPr/>
        </p:nvSpPr>
        <p:spPr>
          <a:xfrm>
            <a:off x="707299" y="1919119"/>
            <a:ext cx="46672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299" y="2142672"/>
            <a:ext cx="739330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0" b="1" spc="-9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6500" b="1" spc="-7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6500" b="1" spc="-64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6500" b="1" spc="-6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500" b="1" spc="-100" dirty="0">
                <a:solidFill>
                  <a:srgbClr val="FFFFFF"/>
                </a:solidFill>
                <a:latin typeface="Arial"/>
                <a:cs typeface="Arial"/>
              </a:rPr>
              <a:t>LS</a:t>
            </a:r>
            <a:r>
              <a:rPr sz="6500" b="1" spc="-6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6500" b="1" spc="-4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6500" b="1" spc="-6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6500" b="1" spc="9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65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1560"/>
              </a:spcBef>
            </a:pPr>
            <a:r>
              <a:rPr sz="2000" spc="-25" dirty="0">
                <a:solidFill>
                  <a:srgbClr val="D4D4D8"/>
                </a:solidFill>
                <a:latin typeface="Arial MT"/>
                <a:cs typeface="Arial MT"/>
              </a:rPr>
              <a:t>Air-</a:t>
            </a:r>
            <a:r>
              <a:rPr sz="2000" dirty="0">
                <a:solidFill>
                  <a:srgbClr val="D4D4D8"/>
                </a:solidFill>
                <a:latin typeface="Arial MT"/>
                <a:cs typeface="Arial MT"/>
              </a:rPr>
              <a:t>Gapped</a:t>
            </a:r>
            <a:r>
              <a:rPr sz="20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4D4D8"/>
                </a:solidFill>
                <a:latin typeface="Arial MT"/>
                <a:cs typeface="Arial MT"/>
              </a:rPr>
              <a:t>Edge</a:t>
            </a:r>
            <a:r>
              <a:rPr sz="20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4D4D8"/>
                </a:solidFill>
                <a:latin typeface="Arial MT"/>
                <a:cs typeface="Arial MT"/>
              </a:rPr>
              <a:t>AI</a:t>
            </a:r>
            <a:r>
              <a:rPr sz="20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D4D4D8"/>
                </a:solidFill>
                <a:latin typeface="Arial MT"/>
                <a:cs typeface="Arial MT"/>
              </a:rPr>
              <a:t>Wearables</a:t>
            </a:r>
            <a:r>
              <a:rPr sz="20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4D4D8"/>
                </a:solidFill>
                <a:latin typeface="Arial MT"/>
                <a:cs typeface="Arial MT"/>
              </a:rPr>
              <a:t>for</a:t>
            </a:r>
            <a:r>
              <a:rPr sz="20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4D4D8"/>
                </a:solidFill>
                <a:latin typeface="Arial MT"/>
                <a:cs typeface="Arial MT"/>
              </a:rPr>
              <a:t>Occupational</a:t>
            </a:r>
            <a:r>
              <a:rPr sz="20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4D4D8"/>
                </a:solidFill>
                <a:latin typeface="Arial MT"/>
                <a:cs typeface="Arial MT"/>
              </a:rPr>
              <a:t>Health</a:t>
            </a:r>
            <a:r>
              <a:rPr sz="20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4D4D8"/>
                </a:solidFill>
                <a:latin typeface="Arial MT"/>
                <a:cs typeface="Arial MT"/>
              </a:rPr>
              <a:t>in</a:t>
            </a:r>
            <a:r>
              <a:rPr sz="20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D4D4D8"/>
                </a:solidFill>
                <a:latin typeface="Arial MT"/>
                <a:cs typeface="Arial MT"/>
              </a:rPr>
              <a:t>Critical Infrastructure.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3875" y="4611506"/>
            <a:ext cx="3334385" cy="90614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200" b="1" dirty="0">
                <a:solidFill>
                  <a:srgbClr val="707079"/>
                </a:solidFill>
                <a:latin typeface="Arial"/>
                <a:cs typeface="Arial"/>
              </a:rPr>
              <a:t>TEAM</a:t>
            </a:r>
            <a:r>
              <a:rPr sz="1200" b="1" spc="345" dirty="0">
                <a:solidFill>
                  <a:srgbClr val="707079"/>
                </a:solidFill>
                <a:latin typeface="Arial"/>
                <a:cs typeface="Arial"/>
              </a:rPr>
              <a:t> </a:t>
            </a:r>
            <a:r>
              <a:rPr sz="1200" b="1" spc="50" dirty="0">
                <a:solidFill>
                  <a:srgbClr val="707079"/>
                </a:solidFill>
                <a:latin typeface="Arial"/>
                <a:cs typeface="Arial"/>
              </a:rPr>
              <a:t>SUBMITTING</a:t>
            </a:r>
            <a:endParaRPr sz="1200">
              <a:latin typeface="Arial"/>
              <a:cs typeface="Arial"/>
            </a:endParaRPr>
          </a:p>
          <a:p>
            <a:pPr marL="210185" indent="-197485">
              <a:lnSpc>
                <a:spcPct val="100000"/>
              </a:lnSpc>
              <a:spcBef>
                <a:spcPts val="919"/>
              </a:spcBef>
              <a:buAutoNum type="arabicPeriod"/>
              <a:tabLst>
                <a:tab pos="210185" algn="l"/>
              </a:tabLst>
            </a:pPr>
            <a:r>
              <a:rPr sz="1400" dirty="0">
                <a:solidFill>
                  <a:srgbClr val="E4E4E6"/>
                </a:solidFill>
                <a:latin typeface="Arial MT"/>
                <a:cs typeface="Arial MT"/>
              </a:rPr>
              <a:t>Abhiraj</a:t>
            </a:r>
            <a:r>
              <a:rPr sz="14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4E4E6"/>
                </a:solidFill>
                <a:latin typeface="Arial MT"/>
                <a:cs typeface="Arial MT"/>
              </a:rPr>
              <a:t>Raushan</a:t>
            </a:r>
            <a:r>
              <a:rPr sz="14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07079"/>
                </a:solidFill>
                <a:latin typeface="Arial MT"/>
                <a:cs typeface="Arial MT"/>
              </a:rPr>
              <a:t>(Lead</a:t>
            </a:r>
            <a:r>
              <a:rPr sz="1400" spc="-30" dirty="0">
                <a:solidFill>
                  <a:srgbClr val="70707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07079"/>
                </a:solidFill>
                <a:latin typeface="Arial MT"/>
                <a:cs typeface="Arial MT"/>
              </a:rPr>
              <a:t>Architect)</a:t>
            </a:r>
            <a:endParaRPr sz="140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210185" algn="l"/>
              </a:tabLst>
            </a:pPr>
            <a:r>
              <a:rPr sz="1400" dirty="0">
                <a:solidFill>
                  <a:srgbClr val="E4E4E6"/>
                </a:solidFill>
                <a:latin typeface="Arial MT"/>
                <a:cs typeface="Arial MT"/>
              </a:rPr>
              <a:t>Satyapriya</a:t>
            </a:r>
            <a:r>
              <a:rPr sz="14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E4E4E6"/>
                </a:solidFill>
                <a:latin typeface="Arial MT"/>
                <a:cs typeface="Arial MT"/>
              </a:rPr>
              <a:t>Sinha</a:t>
            </a:r>
            <a:r>
              <a:rPr sz="14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07079"/>
                </a:solidFill>
                <a:latin typeface="Arial MT"/>
                <a:cs typeface="Arial MT"/>
              </a:rPr>
              <a:t>(Co-</a:t>
            </a:r>
            <a:r>
              <a:rPr sz="1400" dirty="0">
                <a:solidFill>
                  <a:srgbClr val="707079"/>
                </a:solidFill>
                <a:latin typeface="Arial MT"/>
                <a:cs typeface="Arial MT"/>
              </a:rPr>
              <a:t>Lead</a:t>
            </a:r>
            <a:r>
              <a:rPr sz="1400" spc="-25" dirty="0">
                <a:solidFill>
                  <a:srgbClr val="707079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07079"/>
                </a:solidFill>
                <a:latin typeface="Arial MT"/>
                <a:cs typeface="Arial MT"/>
              </a:rPr>
              <a:t>&amp;</a:t>
            </a:r>
            <a:r>
              <a:rPr sz="1400" spc="-25" dirty="0">
                <a:solidFill>
                  <a:srgbClr val="70707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707079"/>
                </a:solidFill>
                <a:latin typeface="Arial MT"/>
                <a:cs typeface="Arial MT"/>
              </a:rPr>
              <a:t>Engineer)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77749" y="539999"/>
            <a:ext cx="3194685" cy="408305"/>
            <a:chOff x="6777749" y="539999"/>
            <a:chExt cx="3194685" cy="408305"/>
          </a:xfrm>
        </p:grpSpPr>
        <p:sp>
          <p:nvSpPr>
            <p:cNvPr id="6" name="object 6"/>
            <p:cNvSpPr/>
            <p:nvPr/>
          </p:nvSpPr>
          <p:spPr>
            <a:xfrm>
              <a:off x="6777749" y="539999"/>
              <a:ext cx="3194685" cy="408305"/>
            </a:xfrm>
            <a:custGeom>
              <a:avLst/>
              <a:gdLst/>
              <a:ahLst/>
              <a:cxnLst/>
              <a:rect l="l" t="t" r="r" b="b"/>
              <a:pathLst>
                <a:path w="3194684" h="408305">
                  <a:moveTo>
                    <a:pt x="3156150" y="408016"/>
                  </a:moveTo>
                  <a:lnTo>
                    <a:pt x="38100" y="408016"/>
                  </a:lnTo>
                  <a:lnTo>
                    <a:pt x="23306" y="405009"/>
                  </a:lnTo>
                  <a:lnTo>
                    <a:pt x="11191" y="396824"/>
                  </a:lnTo>
                  <a:lnTo>
                    <a:pt x="3006" y="384709"/>
                  </a:lnTo>
                  <a:lnTo>
                    <a:pt x="0" y="369916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3156150" y="0"/>
                  </a:lnTo>
                  <a:lnTo>
                    <a:pt x="3170943" y="3006"/>
                  </a:lnTo>
                  <a:lnTo>
                    <a:pt x="3183058" y="11191"/>
                  </a:lnTo>
                  <a:lnTo>
                    <a:pt x="3191243" y="23306"/>
                  </a:lnTo>
                  <a:lnTo>
                    <a:pt x="3194250" y="38100"/>
                  </a:lnTo>
                  <a:lnTo>
                    <a:pt x="3194250" y="369916"/>
                  </a:lnTo>
                  <a:lnTo>
                    <a:pt x="3191243" y="384709"/>
                  </a:lnTo>
                  <a:lnTo>
                    <a:pt x="3183058" y="396824"/>
                  </a:lnTo>
                  <a:lnTo>
                    <a:pt x="3170943" y="405009"/>
                  </a:lnTo>
                  <a:lnTo>
                    <a:pt x="3156150" y="408016"/>
                  </a:lnTo>
                  <a:close/>
                </a:path>
              </a:pathLst>
            </a:custGeom>
            <a:solidFill>
              <a:srgbClr val="054D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77749" y="539999"/>
              <a:ext cx="3194685" cy="408305"/>
            </a:xfrm>
            <a:custGeom>
              <a:avLst/>
              <a:gdLst/>
              <a:ahLst/>
              <a:cxnLst/>
              <a:rect l="l" t="t" r="r" b="b"/>
              <a:pathLst>
                <a:path w="3194684" h="408305">
                  <a:moveTo>
                    <a:pt x="3156150" y="408016"/>
                  </a:moveTo>
                  <a:lnTo>
                    <a:pt x="38100" y="408016"/>
                  </a:lnTo>
                  <a:lnTo>
                    <a:pt x="23306" y="405009"/>
                  </a:lnTo>
                  <a:lnTo>
                    <a:pt x="11191" y="396824"/>
                  </a:lnTo>
                  <a:lnTo>
                    <a:pt x="3006" y="384709"/>
                  </a:lnTo>
                  <a:lnTo>
                    <a:pt x="0" y="369916"/>
                  </a:lnTo>
                  <a:lnTo>
                    <a:pt x="0" y="38100"/>
                  </a:lnTo>
                  <a:lnTo>
                    <a:pt x="3006" y="23306"/>
                  </a:lnTo>
                  <a:lnTo>
                    <a:pt x="11191" y="11191"/>
                  </a:lnTo>
                  <a:lnTo>
                    <a:pt x="23306" y="3006"/>
                  </a:lnTo>
                  <a:lnTo>
                    <a:pt x="38100" y="0"/>
                  </a:lnTo>
                  <a:lnTo>
                    <a:pt x="3156150" y="0"/>
                  </a:lnTo>
                  <a:lnTo>
                    <a:pt x="3170943" y="3006"/>
                  </a:lnTo>
                  <a:lnTo>
                    <a:pt x="3180591" y="9525"/>
                  </a:lnTo>
                  <a:lnTo>
                    <a:pt x="38100" y="9525"/>
                  </a:lnTo>
                  <a:lnTo>
                    <a:pt x="27004" y="11779"/>
                  </a:lnTo>
                  <a:lnTo>
                    <a:pt x="17918" y="17918"/>
                  </a:lnTo>
                  <a:lnTo>
                    <a:pt x="11779" y="27004"/>
                  </a:lnTo>
                  <a:lnTo>
                    <a:pt x="9525" y="38100"/>
                  </a:lnTo>
                  <a:lnTo>
                    <a:pt x="9525" y="369916"/>
                  </a:lnTo>
                  <a:lnTo>
                    <a:pt x="11779" y="381011"/>
                  </a:lnTo>
                  <a:lnTo>
                    <a:pt x="17918" y="390097"/>
                  </a:lnTo>
                  <a:lnTo>
                    <a:pt x="27004" y="396236"/>
                  </a:lnTo>
                  <a:lnTo>
                    <a:pt x="38100" y="398491"/>
                  </a:lnTo>
                  <a:lnTo>
                    <a:pt x="3180591" y="398491"/>
                  </a:lnTo>
                  <a:lnTo>
                    <a:pt x="3170943" y="405009"/>
                  </a:lnTo>
                  <a:lnTo>
                    <a:pt x="3156150" y="408016"/>
                  </a:lnTo>
                  <a:close/>
                </a:path>
                <a:path w="3194684" h="408305">
                  <a:moveTo>
                    <a:pt x="3180591" y="398491"/>
                  </a:moveTo>
                  <a:lnTo>
                    <a:pt x="3156150" y="398491"/>
                  </a:lnTo>
                  <a:lnTo>
                    <a:pt x="3167245" y="396236"/>
                  </a:lnTo>
                  <a:lnTo>
                    <a:pt x="3176331" y="390097"/>
                  </a:lnTo>
                  <a:lnTo>
                    <a:pt x="3182470" y="381011"/>
                  </a:lnTo>
                  <a:lnTo>
                    <a:pt x="3184725" y="369916"/>
                  </a:lnTo>
                  <a:lnTo>
                    <a:pt x="3184725" y="38100"/>
                  </a:lnTo>
                  <a:lnTo>
                    <a:pt x="3182470" y="27004"/>
                  </a:lnTo>
                  <a:lnTo>
                    <a:pt x="3176331" y="17918"/>
                  </a:lnTo>
                  <a:lnTo>
                    <a:pt x="3167245" y="11779"/>
                  </a:lnTo>
                  <a:lnTo>
                    <a:pt x="3156150" y="9525"/>
                  </a:lnTo>
                  <a:lnTo>
                    <a:pt x="3180591" y="9525"/>
                  </a:lnTo>
                  <a:lnTo>
                    <a:pt x="3183058" y="11191"/>
                  </a:lnTo>
                  <a:lnTo>
                    <a:pt x="3191243" y="23306"/>
                  </a:lnTo>
                  <a:lnTo>
                    <a:pt x="3194250" y="38100"/>
                  </a:lnTo>
                  <a:lnTo>
                    <a:pt x="3194250" y="369916"/>
                  </a:lnTo>
                  <a:lnTo>
                    <a:pt x="3191243" y="384709"/>
                  </a:lnTo>
                  <a:lnTo>
                    <a:pt x="3183058" y="396824"/>
                  </a:lnTo>
                  <a:lnTo>
                    <a:pt x="3180591" y="398491"/>
                  </a:lnTo>
                  <a:close/>
                </a:path>
              </a:pathLst>
            </a:custGeom>
            <a:solidFill>
              <a:srgbClr val="05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90574" y="653584"/>
            <a:ext cx="27628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65" dirty="0">
                <a:solidFill>
                  <a:srgbClr val="34D399"/>
                </a:solidFill>
                <a:latin typeface="Courier New"/>
                <a:cs typeface="Courier New"/>
              </a:rPr>
              <a:t>HACKCULTURE</a:t>
            </a:r>
            <a:r>
              <a:rPr sz="1000" b="1" spc="195" dirty="0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34D399"/>
                </a:solidFill>
                <a:latin typeface="Courier New"/>
                <a:cs typeface="Courier New"/>
              </a:rPr>
              <a:t>//</a:t>
            </a:r>
            <a:r>
              <a:rPr sz="1000" b="1" spc="200" dirty="0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sz="1000" b="1" spc="65" dirty="0">
                <a:solidFill>
                  <a:srgbClr val="34D399"/>
                </a:solidFill>
                <a:latin typeface="Courier New"/>
                <a:cs typeface="Courier New"/>
              </a:rPr>
              <a:t>ELECTRONICA</a:t>
            </a:r>
            <a:r>
              <a:rPr sz="1000" b="1" spc="200" dirty="0">
                <a:solidFill>
                  <a:srgbClr val="34D399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34D399"/>
                </a:solidFill>
                <a:latin typeface="Courier New"/>
                <a:cs typeface="Courier New"/>
              </a:rPr>
              <a:t>INDIA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719999" y="3362145"/>
            <a:ext cx="4356100" cy="2091055"/>
            <a:chOff x="719999" y="3362145"/>
            <a:chExt cx="4356100" cy="2091055"/>
          </a:xfrm>
        </p:grpSpPr>
        <p:sp>
          <p:nvSpPr>
            <p:cNvPr id="3" name="object 3"/>
            <p:cNvSpPr/>
            <p:nvPr/>
          </p:nvSpPr>
          <p:spPr>
            <a:xfrm>
              <a:off x="719999" y="3362146"/>
              <a:ext cx="4356100" cy="2091055"/>
            </a:xfrm>
            <a:custGeom>
              <a:avLst/>
              <a:gdLst/>
              <a:ahLst/>
              <a:cxnLst/>
              <a:rect l="l" t="t" r="r" b="b"/>
              <a:pathLst>
                <a:path w="4356100" h="2091054">
                  <a:moveTo>
                    <a:pt x="4356000" y="2090521"/>
                  </a:moveTo>
                  <a:lnTo>
                    <a:pt x="0" y="2090521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56000" y="2090521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988" y="3362154"/>
              <a:ext cx="4356100" cy="2091055"/>
            </a:xfrm>
            <a:custGeom>
              <a:avLst/>
              <a:gdLst/>
              <a:ahLst/>
              <a:cxnLst/>
              <a:rect l="l" t="t" r="r" b="b"/>
              <a:pathLst>
                <a:path w="4356100" h="2091054">
                  <a:moveTo>
                    <a:pt x="4356011" y="0"/>
                  </a:moveTo>
                  <a:lnTo>
                    <a:pt x="4346486" y="38100"/>
                  </a:lnTo>
                  <a:lnTo>
                    <a:pt x="4346486" y="2080996"/>
                  </a:lnTo>
                  <a:lnTo>
                    <a:pt x="9525" y="2080996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2090521"/>
                  </a:lnTo>
                  <a:lnTo>
                    <a:pt x="4356011" y="2090521"/>
                  </a:lnTo>
                  <a:lnTo>
                    <a:pt x="4356011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000" y="3362145"/>
              <a:ext cx="4356100" cy="38100"/>
            </a:xfrm>
            <a:custGeom>
              <a:avLst/>
              <a:gdLst/>
              <a:ahLst/>
              <a:cxnLst/>
              <a:rect l="l" t="t" r="r" b="b"/>
              <a:pathLst>
                <a:path w="4356100" h="38100">
                  <a:moveTo>
                    <a:pt x="4346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46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615999" y="3362145"/>
            <a:ext cx="4356100" cy="2091055"/>
            <a:chOff x="5615999" y="3362145"/>
            <a:chExt cx="4356100" cy="2091055"/>
          </a:xfrm>
        </p:grpSpPr>
        <p:sp>
          <p:nvSpPr>
            <p:cNvPr id="7" name="object 7"/>
            <p:cNvSpPr/>
            <p:nvPr/>
          </p:nvSpPr>
          <p:spPr>
            <a:xfrm>
              <a:off x="5615999" y="3362146"/>
              <a:ext cx="4356100" cy="2091055"/>
            </a:xfrm>
            <a:custGeom>
              <a:avLst/>
              <a:gdLst/>
              <a:ahLst/>
              <a:cxnLst/>
              <a:rect l="l" t="t" r="r" b="b"/>
              <a:pathLst>
                <a:path w="4356100" h="2091054">
                  <a:moveTo>
                    <a:pt x="4356000" y="2090521"/>
                  </a:moveTo>
                  <a:lnTo>
                    <a:pt x="0" y="2090521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56000" y="2090521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15990" y="3362154"/>
              <a:ext cx="4356100" cy="2091055"/>
            </a:xfrm>
            <a:custGeom>
              <a:avLst/>
              <a:gdLst/>
              <a:ahLst/>
              <a:cxnLst/>
              <a:rect l="l" t="t" r="r" b="b"/>
              <a:pathLst>
                <a:path w="4356100" h="2091054">
                  <a:moveTo>
                    <a:pt x="4355998" y="0"/>
                  </a:moveTo>
                  <a:lnTo>
                    <a:pt x="4346473" y="38100"/>
                  </a:lnTo>
                  <a:lnTo>
                    <a:pt x="4346473" y="2080996"/>
                  </a:lnTo>
                  <a:lnTo>
                    <a:pt x="9525" y="2080996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2090521"/>
                  </a:lnTo>
                  <a:lnTo>
                    <a:pt x="4355998" y="2090521"/>
                  </a:lnTo>
                  <a:lnTo>
                    <a:pt x="4355998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16000" y="3362145"/>
              <a:ext cx="4356100" cy="38100"/>
            </a:xfrm>
            <a:custGeom>
              <a:avLst/>
              <a:gdLst/>
              <a:ahLst/>
              <a:cxnLst/>
              <a:rect l="l" t="t" r="r" b="b"/>
              <a:pathLst>
                <a:path w="4356100" h="38100">
                  <a:moveTo>
                    <a:pt x="4346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46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07299" y="444699"/>
            <a:ext cx="273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FFFFFF"/>
                </a:solidFill>
                <a:latin typeface="Arial MT"/>
                <a:cs typeface="Arial MT"/>
              </a:rPr>
              <a:t>Executive</a:t>
            </a:r>
            <a:r>
              <a:rPr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10" dirty="0">
                <a:latin typeface="Arial"/>
                <a:cs typeface="Arial"/>
              </a:rPr>
              <a:t>Summary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4762" y="1336674"/>
            <a:ext cx="9243060" cy="180467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THE</a:t>
            </a:r>
            <a:r>
              <a:rPr sz="1600" b="1" spc="16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VISION</a:t>
            </a:r>
            <a:endParaRPr sz="1600">
              <a:latin typeface="Arial"/>
              <a:cs typeface="Arial"/>
            </a:endParaRPr>
          </a:p>
          <a:p>
            <a:pPr marL="292735" marR="292100">
              <a:lnSpc>
                <a:spcPct val="125000"/>
              </a:lnSpc>
              <a:spcBef>
                <a:spcPts val="545"/>
              </a:spcBef>
            </a:pP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establish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global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standard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occupational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health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monitoring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environments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where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internet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protocols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are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strictly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forbidden.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VitalsGrid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intrinsically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safe,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cloud-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independent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healthcare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wearable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utilizing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localized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TinyML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predict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physical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collapse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deterministically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before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occurs.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9524" y="3620477"/>
            <a:ext cx="4337050" cy="132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TARGET</a:t>
            </a:r>
            <a:r>
              <a:rPr sz="1600" b="1" spc="35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0FB880"/>
                </a:solidFill>
                <a:latin typeface="Arial"/>
                <a:cs typeface="Arial"/>
              </a:rPr>
              <a:t>INFRASTRUCTURE</a:t>
            </a:r>
            <a:endParaRPr sz="1600">
              <a:latin typeface="Arial"/>
              <a:cs typeface="Arial"/>
            </a:endParaRPr>
          </a:p>
          <a:p>
            <a:pPr marL="287655" marR="430530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Designed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technicians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operating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high-risk,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zero-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trust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sectors: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50.00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Hz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Power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Grids,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SCADA Substations,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Deep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Confined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 Manufacturing,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and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Offshore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Rigs.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25525" y="3620477"/>
            <a:ext cx="4337050" cy="1329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CORE</a:t>
            </a:r>
            <a:r>
              <a:rPr sz="1600" b="1" spc="34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B880"/>
                </a:solidFill>
                <a:latin typeface="Arial"/>
                <a:cs typeface="Arial"/>
              </a:rPr>
              <a:t>INNOVATION</a:t>
            </a:r>
            <a:endParaRPr sz="1600">
              <a:latin typeface="Arial"/>
              <a:cs typeface="Arial"/>
            </a:endParaRPr>
          </a:p>
          <a:p>
            <a:pPr marL="287655" marR="360680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Algorithmic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sensor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fusion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processed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entirely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at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Edge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via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ultra-low-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power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MCUs.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Zero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cloud dependency,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zero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external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leakage,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sub-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second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predictive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alerts.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892499" y="7014329"/>
            <a:ext cx="1092200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02 of 30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5615999" y="1259849"/>
            <a:ext cx="4356100" cy="4080510"/>
            <a:chOff x="5615999" y="1259849"/>
            <a:chExt cx="4356100" cy="4080510"/>
          </a:xfrm>
        </p:grpSpPr>
        <p:sp>
          <p:nvSpPr>
            <p:cNvPr id="3" name="object 3"/>
            <p:cNvSpPr/>
            <p:nvPr/>
          </p:nvSpPr>
          <p:spPr>
            <a:xfrm>
              <a:off x="5615999" y="1259849"/>
              <a:ext cx="4356100" cy="4080510"/>
            </a:xfrm>
            <a:custGeom>
              <a:avLst/>
              <a:gdLst/>
              <a:ahLst/>
              <a:cxnLst/>
              <a:rect l="l" t="t" r="r" b="b"/>
              <a:pathLst>
                <a:path w="4356100" h="4080510">
                  <a:moveTo>
                    <a:pt x="4356000" y="4080421"/>
                  </a:moveTo>
                  <a:lnTo>
                    <a:pt x="0" y="4080421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56000" y="4080421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15990" y="1259859"/>
              <a:ext cx="4356100" cy="4080510"/>
            </a:xfrm>
            <a:custGeom>
              <a:avLst/>
              <a:gdLst/>
              <a:ahLst/>
              <a:cxnLst/>
              <a:rect l="l" t="t" r="r" b="b"/>
              <a:pathLst>
                <a:path w="4356100" h="4080510">
                  <a:moveTo>
                    <a:pt x="4355998" y="0"/>
                  </a:moveTo>
                  <a:lnTo>
                    <a:pt x="4346473" y="38100"/>
                  </a:lnTo>
                  <a:lnTo>
                    <a:pt x="4346473" y="4070896"/>
                  </a:lnTo>
                  <a:lnTo>
                    <a:pt x="9525" y="4070896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4080421"/>
                  </a:lnTo>
                  <a:lnTo>
                    <a:pt x="4355998" y="4080421"/>
                  </a:lnTo>
                  <a:lnTo>
                    <a:pt x="4355998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16000" y="1259849"/>
              <a:ext cx="4356100" cy="38100"/>
            </a:xfrm>
            <a:custGeom>
              <a:avLst/>
              <a:gdLst/>
              <a:ahLst/>
              <a:cxnLst/>
              <a:rect l="l" t="t" r="r" b="b"/>
              <a:pathLst>
                <a:path w="4356100" h="38100">
                  <a:moveTo>
                    <a:pt x="4346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46475" y="381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45" dirty="0">
                <a:solidFill>
                  <a:srgbClr val="FFFFFF"/>
                </a:solidFill>
                <a:latin typeface="Arial MT"/>
                <a:cs typeface="Arial MT"/>
              </a:rPr>
              <a:t>Problem:</a:t>
            </a:r>
            <a:r>
              <a:rPr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10" dirty="0">
                <a:latin typeface="Arial"/>
                <a:cs typeface="Arial"/>
              </a:rPr>
              <a:t>The</a:t>
            </a:r>
            <a:r>
              <a:rPr b="1" spc="-114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Invisible</a:t>
            </a:r>
            <a:r>
              <a:rPr b="1" spc="-11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Workforce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7299" y="1194151"/>
            <a:ext cx="4373245" cy="3269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025">
              <a:lnSpc>
                <a:spcPct val="125000"/>
              </a:lnSpc>
              <a:spcBef>
                <a:spcPts val="10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Millions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of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technicians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operate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extreme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conditions—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high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heat,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confined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spaces,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high-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voltage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zones.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Yet,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continuous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physiological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monitoring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non-existent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heavy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floor.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300">
              <a:latin typeface="Arial MT"/>
              <a:cs typeface="Arial MT"/>
            </a:endParaRPr>
          </a:p>
          <a:p>
            <a:pPr marL="228600" marR="5080" indent="-104139">
              <a:lnSpc>
                <a:spcPct val="125000"/>
              </a:lnSpc>
              <a:spcBef>
                <a:spcPts val="5"/>
              </a:spcBef>
              <a:buClr>
                <a:srgbClr val="A1A1AA"/>
              </a:buClr>
              <a:buFont typeface="Arial MT"/>
              <a:buChar char="•"/>
              <a:tabLst>
                <a:tab pos="228600" algn="l"/>
              </a:tabLst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Misplaced</a:t>
            </a:r>
            <a:r>
              <a:rPr sz="1300" b="1" spc="-2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R&amp;D:</a:t>
            </a:r>
            <a:r>
              <a:rPr sz="1300" b="1" spc="-2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Modern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healthcare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technology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focuses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heavily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hospitals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home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consumers,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completely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ignoring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B2B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heavy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sector.</a:t>
            </a:r>
            <a:endParaRPr sz="1300">
              <a:latin typeface="Arial MT"/>
              <a:cs typeface="Arial MT"/>
            </a:endParaRPr>
          </a:p>
          <a:p>
            <a:pPr marL="228600" marR="125095" indent="-104139">
              <a:lnSpc>
                <a:spcPct val="127699"/>
              </a:lnSpc>
              <a:spcBef>
                <a:spcPts val="1090"/>
              </a:spcBef>
              <a:buClr>
                <a:srgbClr val="A1A1AA"/>
              </a:buClr>
              <a:buFont typeface="Arial MT"/>
              <a:buChar char="•"/>
              <a:tabLst>
                <a:tab pos="228600" algn="l"/>
              </a:tabLst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Reactive</a:t>
            </a:r>
            <a:r>
              <a:rPr sz="1300" b="1" spc="-5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Protocols:</a:t>
            </a:r>
            <a:r>
              <a:rPr sz="1300" b="1" spc="-5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When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suffers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from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sudden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heatstroke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cardiac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stress,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emergency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services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are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only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engaged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after</a:t>
            </a:r>
            <a:r>
              <a:rPr sz="1300" i="1" spc="-2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catastrophic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physical collapse.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5525" y="1518180"/>
            <a:ext cx="4337050" cy="3268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600" b="1" spc="45" dirty="0">
                <a:solidFill>
                  <a:srgbClr val="EF4444"/>
                </a:solidFill>
                <a:latin typeface="Arial"/>
                <a:cs typeface="Arial"/>
              </a:rPr>
              <a:t>THE</a:t>
            </a:r>
            <a:r>
              <a:rPr sz="1600" b="1" spc="21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00" b="1" spc="60" dirty="0">
                <a:solidFill>
                  <a:srgbClr val="EF4444"/>
                </a:solidFill>
                <a:latin typeface="Arial"/>
                <a:cs typeface="Arial"/>
              </a:rPr>
              <a:t>CONSUMER</a:t>
            </a:r>
            <a:r>
              <a:rPr sz="1600" b="1" spc="215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F4444"/>
                </a:solidFill>
                <a:latin typeface="Arial"/>
                <a:cs typeface="Arial"/>
              </a:rPr>
              <a:t>TECH</a:t>
            </a:r>
            <a:r>
              <a:rPr sz="1600" b="1" spc="215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EF4444"/>
                </a:solidFill>
                <a:latin typeface="Arial"/>
                <a:cs typeface="Arial"/>
              </a:rPr>
              <a:t>FAILURE</a:t>
            </a:r>
            <a:endParaRPr sz="1600">
              <a:latin typeface="Arial"/>
              <a:cs typeface="Arial"/>
            </a:endParaRPr>
          </a:p>
          <a:p>
            <a:pPr marL="287655" marR="318135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Why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are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Apple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Watches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standard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Fitbits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useless here?</a:t>
            </a:r>
            <a:endParaRPr sz="1300">
              <a:latin typeface="Arial MT"/>
              <a:cs typeface="Arial MT"/>
            </a:endParaRPr>
          </a:p>
          <a:p>
            <a:pPr marL="503555" marR="628015" indent="-104139">
              <a:lnSpc>
                <a:spcPct val="125000"/>
              </a:lnSpc>
              <a:spcBef>
                <a:spcPts val="1300"/>
              </a:spcBef>
              <a:buClr>
                <a:srgbClr val="A1A1AA"/>
              </a:buClr>
              <a:buFont typeface="Arial MT"/>
              <a:buChar char="•"/>
              <a:tabLst>
                <a:tab pos="503555" algn="l"/>
              </a:tabLst>
            </a:pP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Dependency: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require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smartphones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or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cloud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APIs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compute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advanced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health algorithms.</a:t>
            </a:r>
            <a:endParaRPr sz="1300">
              <a:latin typeface="Arial MT"/>
              <a:cs typeface="Arial MT"/>
            </a:endParaRPr>
          </a:p>
          <a:p>
            <a:pPr marL="503555" marR="469265" indent="-104139">
              <a:lnSpc>
                <a:spcPct val="125000"/>
              </a:lnSpc>
              <a:spcBef>
                <a:spcPts val="1135"/>
              </a:spcBef>
              <a:buClr>
                <a:srgbClr val="A1A1AA"/>
              </a:buClr>
              <a:buFont typeface="Arial MT"/>
              <a:buChar char="•"/>
              <a:tabLst>
                <a:tab pos="503555" algn="l"/>
              </a:tabLst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Safety: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lack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intrinsic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safety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certifications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against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extreme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EMI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explosive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gasses.</a:t>
            </a:r>
            <a:endParaRPr sz="1300">
              <a:latin typeface="Arial MT"/>
              <a:cs typeface="Arial MT"/>
            </a:endParaRPr>
          </a:p>
          <a:p>
            <a:pPr marL="503555" marR="398780" indent="-104139" algn="just">
              <a:lnSpc>
                <a:spcPct val="125000"/>
              </a:lnSpc>
              <a:spcBef>
                <a:spcPts val="1135"/>
              </a:spcBef>
              <a:buClr>
                <a:srgbClr val="A1A1AA"/>
              </a:buClr>
              <a:buFont typeface="Arial MT"/>
              <a:buChar char="•"/>
              <a:tabLst>
                <a:tab pos="503555" algn="l"/>
              </a:tabLst>
            </a:pP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Accuracy:</a:t>
            </a:r>
            <a:r>
              <a:rPr sz="1300" b="1" spc="-3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Optical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sensors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fail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dirty,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sweaty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wrists,</a:t>
            </a:r>
            <a:r>
              <a:rPr sz="1300" spc="-7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triggering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massive</a:t>
            </a:r>
            <a:r>
              <a:rPr sz="1300" spc="-7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false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positives</a:t>
            </a:r>
            <a:r>
              <a:rPr sz="1300" spc="-7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during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heavy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manual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labor.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92499" y="7014329"/>
            <a:ext cx="1092200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03 of 30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900000" y="1867499"/>
            <a:ext cx="2724150" cy="3741420"/>
            <a:chOff x="900000" y="1867499"/>
            <a:chExt cx="2724150" cy="3741420"/>
          </a:xfrm>
        </p:grpSpPr>
        <p:sp>
          <p:nvSpPr>
            <p:cNvPr id="3" name="object 3"/>
            <p:cNvSpPr/>
            <p:nvPr/>
          </p:nvSpPr>
          <p:spPr>
            <a:xfrm>
              <a:off x="900000" y="1867499"/>
              <a:ext cx="2724150" cy="3741420"/>
            </a:xfrm>
            <a:custGeom>
              <a:avLst/>
              <a:gdLst/>
              <a:ahLst/>
              <a:cxnLst/>
              <a:rect l="l" t="t" r="r" b="b"/>
              <a:pathLst>
                <a:path w="2724150" h="3741420">
                  <a:moveTo>
                    <a:pt x="2724000" y="3741073"/>
                  </a:moveTo>
                  <a:lnTo>
                    <a:pt x="0" y="3741073"/>
                  </a:lnTo>
                  <a:lnTo>
                    <a:pt x="0" y="0"/>
                  </a:lnTo>
                  <a:lnTo>
                    <a:pt x="2724000" y="0"/>
                  </a:lnTo>
                  <a:lnTo>
                    <a:pt x="2724000" y="3741073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99998" y="1867503"/>
              <a:ext cx="2724150" cy="3741420"/>
            </a:xfrm>
            <a:custGeom>
              <a:avLst/>
              <a:gdLst/>
              <a:ahLst/>
              <a:cxnLst/>
              <a:rect l="l" t="t" r="r" b="b"/>
              <a:pathLst>
                <a:path w="2724150" h="3741420">
                  <a:moveTo>
                    <a:pt x="2723997" y="0"/>
                  </a:moveTo>
                  <a:lnTo>
                    <a:pt x="2714472" y="38100"/>
                  </a:lnTo>
                  <a:lnTo>
                    <a:pt x="2714472" y="3731552"/>
                  </a:lnTo>
                  <a:lnTo>
                    <a:pt x="9525" y="3731552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3741077"/>
                  </a:lnTo>
                  <a:lnTo>
                    <a:pt x="2723997" y="3741077"/>
                  </a:lnTo>
                  <a:lnTo>
                    <a:pt x="2723997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00000" y="1867499"/>
              <a:ext cx="2724150" cy="38100"/>
            </a:xfrm>
            <a:custGeom>
              <a:avLst/>
              <a:gdLst/>
              <a:ahLst/>
              <a:cxnLst/>
              <a:rect l="l" t="t" r="r" b="b"/>
              <a:pathLst>
                <a:path w="2724150" h="38100">
                  <a:moveTo>
                    <a:pt x="2714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2724000" y="0"/>
                  </a:lnTo>
                  <a:lnTo>
                    <a:pt x="2714475" y="381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983999" y="1867499"/>
            <a:ext cx="2724150" cy="3493770"/>
            <a:chOff x="3983999" y="1867499"/>
            <a:chExt cx="2724150" cy="3493770"/>
          </a:xfrm>
        </p:grpSpPr>
        <p:sp>
          <p:nvSpPr>
            <p:cNvPr id="7" name="object 7"/>
            <p:cNvSpPr/>
            <p:nvPr/>
          </p:nvSpPr>
          <p:spPr>
            <a:xfrm>
              <a:off x="3983999" y="1867499"/>
              <a:ext cx="2724150" cy="3493770"/>
            </a:xfrm>
            <a:custGeom>
              <a:avLst/>
              <a:gdLst/>
              <a:ahLst/>
              <a:cxnLst/>
              <a:rect l="l" t="t" r="r" b="b"/>
              <a:pathLst>
                <a:path w="2724150" h="3493770">
                  <a:moveTo>
                    <a:pt x="2724000" y="3493423"/>
                  </a:moveTo>
                  <a:lnTo>
                    <a:pt x="0" y="3493423"/>
                  </a:lnTo>
                  <a:lnTo>
                    <a:pt x="0" y="0"/>
                  </a:lnTo>
                  <a:lnTo>
                    <a:pt x="2724000" y="0"/>
                  </a:lnTo>
                  <a:lnTo>
                    <a:pt x="2724000" y="3493423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83990" y="1867503"/>
              <a:ext cx="2724150" cy="3493770"/>
            </a:xfrm>
            <a:custGeom>
              <a:avLst/>
              <a:gdLst/>
              <a:ahLst/>
              <a:cxnLst/>
              <a:rect l="l" t="t" r="r" b="b"/>
              <a:pathLst>
                <a:path w="2724150" h="3493770">
                  <a:moveTo>
                    <a:pt x="2723997" y="0"/>
                  </a:moveTo>
                  <a:lnTo>
                    <a:pt x="2714472" y="38100"/>
                  </a:lnTo>
                  <a:lnTo>
                    <a:pt x="2714472" y="3483902"/>
                  </a:lnTo>
                  <a:lnTo>
                    <a:pt x="9525" y="3483902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3493427"/>
                  </a:lnTo>
                  <a:lnTo>
                    <a:pt x="2723997" y="3493427"/>
                  </a:lnTo>
                  <a:lnTo>
                    <a:pt x="2723997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83999" y="1867499"/>
              <a:ext cx="2724150" cy="38100"/>
            </a:xfrm>
            <a:custGeom>
              <a:avLst/>
              <a:gdLst/>
              <a:ahLst/>
              <a:cxnLst/>
              <a:rect l="l" t="t" r="r" b="b"/>
              <a:pathLst>
                <a:path w="2724150" h="38100">
                  <a:moveTo>
                    <a:pt x="2714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2724000" y="0"/>
                  </a:lnTo>
                  <a:lnTo>
                    <a:pt x="2714475" y="381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068000" y="1867499"/>
            <a:ext cx="2724150" cy="3290570"/>
            <a:chOff x="7068000" y="1867499"/>
            <a:chExt cx="2724150" cy="3290570"/>
          </a:xfrm>
        </p:grpSpPr>
        <p:sp>
          <p:nvSpPr>
            <p:cNvPr id="11" name="object 11"/>
            <p:cNvSpPr/>
            <p:nvPr/>
          </p:nvSpPr>
          <p:spPr>
            <a:xfrm>
              <a:off x="7068000" y="1867499"/>
              <a:ext cx="2724150" cy="3290570"/>
            </a:xfrm>
            <a:custGeom>
              <a:avLst/>
              <a:gdLst/>
              <a:ahLst/>
              <a:cxnLst/>
              <a:rect l="l" t="t" r="r" b="b"/>
              <a:pathLst>
                <a:path w="2724150" h="3290570">
                  <a:moveTo>
                    <a:pt x="2724000" y="3290227"/>
                  </a:moveTo>
                  <a:lnTo>
                    <a:pt x="0" y="3290227"/>
                  </a:lnTo>
                  <a:lnTo>
                    <a:pt x="0" y="0"/>
                  </a:lnTo>
                  <a:lnTo>
                    <a:pt x="2724000" y="0"/>
                  </a:lnTo>
                  <a:lnTo>
                    <a:pt x="2724000" y="3290227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67995" y="1867503"/>
              <a:ext cx="2724150" cy="3290570"/>
            </a:xfrm>
            <a:custGeom>
              <a:avLst/>
              <a:gdLst/>
              <a:ahLst/>
              <a:cxnLst/>
              <a:rect l="l" t="t" r="r" b="b"/>
              <a:pathLst>
                <a:path w="2724150" h="3290570">
                  <a:moveTo>
                    <a:pt x="2723997" y="0"/>
                  </a:moveTo>
                  <a:lnTo>
                    <a:pt x="2714472" y="38100"/>
                  </a:lnTo>
                  <a:lnTo>
                    <a:pt x="2714472" y="3280702"/>
                  </a:lnTo>
                  <a:lnTo>
                    <a:pt x="9525" y="3280702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3290227"/>
                  </a:lnTo>
                  <a:lnTo>
                    <a:pt x="2723997" y="3290227"/>
                  </a:lnTo>
                  <a:lnTo>
                    <a:pt x="2723997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68000" y="1867499"/>
              <a:ext cx="2724150" cy="38100"/>
            </a:xfrm>
            <a:custGeom>
              <a:avLst/>
              <a:gdLst/>
              <a:ahLst/>
              <a:cxnLst/>
              <a:rect l="l" t="t" r="r" b="b"/>
              <a:pathLst>
                <a:path w="2724150" h="38100">
                  <a:moveTo>
                    <a:pt x="2714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2724000" y="0"/>
                  </a:lnTo>
                  <a:lnTo>
                    <a:pt x="2714475" y="381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45" dirty="0">
                <a:solidFill>
                  <a:srgbClr val="FFFFFF"/>
                </a:solidFill>
                <a:latin typeface="Arial MT"/>
                <a:cs typeface="Arial MT"/>
              </a:rPr>
              <a:t>Barrier:</a:t>
            </a:r>
            <a:r>
              <a:rPr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OT</a:t>
            </a:r>
            <a:r>
              <a:rPr b="1" spc="-14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Security</a:t>
            </a:r>
            <a:r>
              <a:rPr b="1" spc="-13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Blockades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7299" y="1243681"/>
            <a:ext cx="889254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Healthcare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systems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rely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heavily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cloud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computing,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but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this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architectural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model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fundamentally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violates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security.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9525" y="2051083"/>
            <a:ext cx="2705100" cy="305498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230"/>
              </a:spcBef>
            </a:pPr>
            <a:r>
              <a:rPr sz="1600" dirty="0">
                <a:solidFill>
                  <a:srgbClr val="EF4444"/>
                </a:solidFill>
                <a:latin typeface="Courier New"/>
                <a:cs typeface="Courier New"/>
              </a:rPr>
              <a:t>[</a:t>
            </a:r>
            <a:r>
              <a:rPr sz="1600" spc="-40" dirty="0">
                <a:solidFill>
                  <a:srgbClr val="EF4444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rgbClr val="EF4444"/>
                </a:solidFill>
                <a:latin typeface="Courier New"/>
                <a:cs typeface="Courier New"/>
              </a:rPr>
              <a:t>AIR-</a:t>
            </a:r>
            <a:r>
              <a:rPr sz="1600" dirty="0">
                <a:solidFill>
                  <a:srgbClr val="EF4444"/>
                </a:solidFill>
                <a:latin typeface="Courier New"/>
                <a:cs typeface="Courier New"/>
              </a:rPr>
              <a:t>GAPPED</a:t>
            </a:r>
            <a:r>
              <a:rPr sz="1600" spc="-40" dirty="0">
                <a:solidFill>
                  <a:srgbClr val="EF4444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EF4444"/>
                </a:solidFill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287655" marR="1026794">
              <a:lnSpc>
                <a:spcPts val="1600"/>
              </a:lnSpc>
              <a:spcBef>
                <a:spcPts val="1455"/>
              </a:spcBef>
            </a:pPr>
            <a:r>
              <a:rPr sz="1600" b="1" spc="55" dirty="0">
                <a:solidFill>
                  <a:srgbClr val="EF4444"/>
                </a:solidFill>
                <a:latin typeface="Arial"/>
                <a:cs typeface="Arial"/>
              </a:rPr>
              <a:t>ZERO-</a:t>
            </a:r>
            <a:r>
              <a:rPr sz="1600" b="1" spc="40" dirty="0">
                <a:solidFill>
                  <a:srgbClr val="EF4444"/>
                </a:solidFill>
                <a:latin typeface="Arial"/>
                <a:cs typeface="Arial"/>
              </a:rPr>
              <a:t>TRUST NETWORKS</a:t>
            </a:r>
            <a:endParaRPr sz="1600">
              <a:latin typeface="Arial"/>
              <a:cs typeface="Arial"/>
            </a:endParaRPr>
          </a:p>
          <a:p>
            <a:pPr marL="287655" marR="297180">
              <a:lnSpc>
                <a:spcPct val="125000"/>
              </a:lnSpc>
              <a:spcBef>
                <a:spcPts val="545"/>
              </a:spcBef>
            </a:pP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Operational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Technology</a:t>
            </a:r>
            <a:r>
              <a:rPr sz="1300" spc="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(OT)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environments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(e.g.,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power substations)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enforce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strict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isolation.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Any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cloud-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connected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wearable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is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classified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severe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cyber-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espionage</a:t>
            </a:r>
            <a:r>
              <a:rPr sz="1300" spc="-9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threat</a:t>
            </a:r>
            <a:r>
              <a:rPr sz="1300" spc="-8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and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banned.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93525" y="2051083"/>
            <a:ext cx="2705100" cy="280733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230"/>
              </a:spcBef>
            </a:pPr>
            <a:r>
              <a:rPr sz="1600" dirty="0">
                <a:solidFill>
                  <a:srgbClr val="EF4444"/>
                </a:solidFill>
                <a:latin typeface="Courier New"/>
                <a:cs typeface="Courier New"/>
              </a:rPr>
              <a:t>[</a:t>
            </a:r>
            <a:r>
              <a:rPr sz="1600" spc="-45" dirty="0">
                <a:solidFill>
                  <a:srgbClr val="EF444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4444"/>
                </a:solidFill>
                <a:latin typeface="Courier New"/>
                <a:cs typeface="Courier New"/>
              </a:rPr>
              <a:t>OFFLINE</a:t>
            </a:r>
            <a:r>
              <a:rPr sz="1600" spc="-45" dirty="0">
                <a:solidFill>
                  <a:srgbClr val="EF4444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EF4444"/>
                </a:solidFill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287655" marR="650240">
              <a:lnSpc>
                <a:spcPts val="1600"/>
              </a:lnSpc>
              <a:spcBef>
                <a:spcPts val="1455"/>
              </a:spcBef>
            </a:pPr>
            <a:r>
              <a:rPr sz="1600" b="1" spc="45" dirty="0">
                <a:solidFill>
                  <a:srgbClr val="EF4444"/>
                </a:solidFill>
                <a:latin typeface="Arial"/>
                <a:cs typeface="Arial"/>
              </a:rPr>
              <a:t>PHYSICAL</a:t>
            </a:r>
            <a:r>
              <a:rPr sz="1600" b="1" spc="17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00" b="1" spc="35" dirty="0">
                <a:solidFill>
                  <a:srgbClr val="EF4444"/>
                </a:solidFill>
                <a:latin typeface="Arial"/>
                <a:cs typeface="Arial"/>
              </a:rPr>
              <a:t>DEAD </a:t>
            </a:r>
            <a:r>
              <a:rPr sz="1600" b="1" spc="-10" dirty="0">
                <a:solidFill>
                  <a:srgbClr val="EF4444"/>
                </a:solidFill>
                <a:latin typeface="Arial"/>
                <a:cs typeface="Arial"/>
              </a:rPr>
              <a:t>ZONES</a:t>
            </a:r>
            <a:endParaRPr sz="1600">
              <a:latin typeface="Arial"/>
              <a:cs typeface="Arial"/>
            </a:endParaRPr>
          </a:p>
          <a:p>
            <a:pPr marL="287655" marR="286385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Deep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confined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spaces, underground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mines,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and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reinforced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concrete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silos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lack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reliable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internet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cellular connectivity.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cloud-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dependent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device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instantly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loses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analytical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capability.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77525" y="2051083"/>
            <a:ext cx="2705100" cy="260413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230"/>
              </a:spcBef>
            </a:pPr>
            <a:r>
              <a:rPr sz="1600" dirty="0">
                <a:solidFill>
                  <a:srgbClr val="EF4444"/>
                </a:solidFill>
                <a:latin typeface="Courier New"/>
                <a:cs typeface="Courier New"/>
              </a:rPr>
              <a:t>[</a:t>
            </a:r>
            <a:r>
              <a:rPr sz="1600" spc="-45" dirty="0">
                <a:solidFill>
                  <a:srgbClr val="EF4444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4444"/>
                </a:solidFill>
                <a:latin typeface="Courier New"/>
                <a:cs typeface="Courier New"/>
              </a:rPr>
              <a:t>LATENCY</a:t>
            </a:r>
            <a:r>
              <a:rPr sz="1600" spc="-45" dirty="0">
                <a:solidFill>
                  <a:srgbClr val="EF4444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solidFill>
                  <a:srgbClr val="EF4444"/>
                </a:solidFill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287655">
              <a:lnSpc>
                <a:spcPct val="100000"/>
              </a:lnSpc>
              <a:spcBef>
                <a:spcPts val="1135"/>
              </a:spcBef>
            </a:pPr>
            <a:r>
              <a:rPr sz="1600" b="1" spc="55" dirty="0">
                <a:solidFill>
                  <a:srgbClr val="EF4444"/>
                </a:solidFill>
                <a:latin typeface="Arial"/>
                <a:cs typeface="Arial"/>
              </a:rPr>
              <a:t>LETHAL</a:t>
            </a:r>
            <a:r>
              <a:rPr sz="1600" b="1" spc="175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EF4444"/>
                </a:solidFill>
                <a:latin typeface="Arial"/>
                <a:cs typeface="Arial"/>
              </a:rPr>
              <a:t>DELAYS</a:t>
            </a:r>
            <a:endParaRPr sz="1600">
              <a:latin typeface="Arial"/>
              <a:cs typeface="Arial"/>
            </a:endParaRPr>
          </a:p>
          <a:p>
            <a:pPr marL="287655" marR="370205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life-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or-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death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physiological events,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waiting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server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round-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trip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process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heart-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rate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anomaly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wastes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critical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seconds.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Algorithm execution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must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happen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at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source.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892499" y="7014329"/>
            <a:ext cx="1092200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04 of 30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719999" y="3712468"/>
            <a:ext cx="9252585" cy="1119505"/>
            <a:chOff x="719999" y="3712468"/>
            <a:chExt cx="9252585" cy="1119505"/>
          </a:xfrm>
        </p:grpSpPr>
        <p:sp>
          <p:nvSpPr>
            <p:cNvPr id="3" name="object 3"/>
            <p:cNvSpPr/>
            <p:nvPr/>
          </p:nvSpPr>
          <p:spPr>
            <a:xfrm>
              <a:off x="719999" y="3712469"/>
              <a:ext cx="9252585" cy="1119505"/>
            </a:xfrm>
            <a:custGeom>
              <a:avLst/>
              <a:gdLst/>
              <a:ahLst/>
              <a:cxnLst/>
              <a:rect l="l" t="t" r="r" b="b"/>
              <a:pathLst>
                <a:path w="9252585" h="1119504">
                  <a:moveTo>
                    <a:pt x="9252000" y="1118925"/>
                  </a:moveTo>
                  <a:lnTo>
                    <a:pt x="0" y="1118925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52000" y="1118925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988" y="3712470"/>
              <a:ext cx="9252585" cy="1119505"/>
            </a:xfrm>
            <a:custGeom>
              <a:avLst/>
              <a:gdLst/>
              <a:ahLst/>
              <a:cxnLst/>
              <a:rect l="l" t="t" r="r" b="b"/>
              <a:pathLst>
                <a:path w="9252585" h="1119504">
                  <a:moveTo>
                    <a:pt x="9252001" y="0"/>
                  </a:moveTo>
                  <a:lnTo>
                    <a:pt x="9242476" y="38100"/>
                  </a:lnTo>
                  <a:lnTo>
                    <a:pt x="9242476" y="1109408"/>
                  </a:lnTo>
                  <a:lnTo>
                    <a:pt x="9525" y="1109408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1118933"/>
                  </a:lnTo>
                  <a:lnTo>
                    <a:pt x="9252001" y="1118933"/>
                  </a:lnTo>
                  <a:lnTo>
                    <a:pt x="9252001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000" y="3712468"/>
              <a:ext cx="9252585" cy="38100"/>
            </a:xfrm>
            <a:custGeom>
              <a:avLst/>
              <a:gdLst/>
              <a:ahLst/>
              <a:cxnLst/>
              <a:rect l="l" t="t" r="r" b="b"/>
              <a:pathLst>
                <a:path w="9252585" h="38100">
                  <a:moveTo>
                    <a:pt x="9242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42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35" dirty="0">
                <a:solidFill>
                  <a:srgbClr val="FFFFFF"/>
                </a:solidFill>
                <a:latin typeface="Arial MT"/>
                <a:cs typeface="Arial MT"/>
              </a:rPr>
              <a:t>Impact:</a:t>
            </a:r>
            <a:r>
              <a:rPr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25" dirty="0">
                <a:latin typeface="Arial"/>
                <a:cs typeface="Arial"/>
              </a:rPr>
              <a:t>Cost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Inaction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4762" y="1264919"/>
            <a:ext cx="4346575" cy="197485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248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5"/>
              </a:spcBef>
            </a:pPr>
            <a:r>
              <a:rPr sz="3200" b="1" dirty="0">
                <a:solidFill>
                  <a:srgbClr val="0FB880"/>
                </a:solidFill>
                <a:latin typeface="Courier New"/>
                <a:cs typeface="Courier New"/>
              </a:rPr>
              <a:t>#1</a:t>
            </a:r>
            <a:r>
              <a:rPr sz="3200" b="1" spc="-45" dirty="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sz="3200" b="1" spc="-10" dirty="0">
                <a:solidFill>
                  <a:srgbClr val="0FB880"/>
                </a:solidFill>
                <a:latin typeface="Courier New"/>
                <a:cs typeface="Courier New"/>
              </a:rPr>
              <a:t>FATALITIES</a:t>
            </a:r>
            <a:endParaRPr sz="3200">
              <a:latin typeface="Courier New"/>
              <a:cs typeface="Courier New"/>
            </a:endParaRPr>
          </a:p>
          <a:p>
            <a:pPr marL="229235" marR="221615" indent="-635" algn="ctr">
              <a:lnSpc>
                <a:spcPct val="125000"/>
              </a:lnSpc>
              <a:spcBef>
                <a:spcPts val="4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stress,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severe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fatigue,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sudden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cardiac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events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isolated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sectors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frequently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lead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fatal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falls, electrocution,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machinery</a:t>
            </a:r>
            <a:r>
              <a:rPr sz="1300" spc="-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entanglements.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0762" y="1264919"/>
            <a:ext cx="4346575" cy="197485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248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5"/>
              </a:spcBef>
            </a:pPr>
            <a:r>
              <a:rPr sz="3200" b="1" dirty="0">
                <a:solidFill>
                  <a:srgbClr val="0FB880"/>
                </a:solidFill>
                <a:latin typeface="Courier New"/>
                <a:cs typeface="Courier New"/>
              </a:rPr>
              <a:t>MASSIVE</a:t>
            </a:r>
            <a:r>
              <a:rPr sz="3200" b="1" spc="-140" dirty="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sz="3200" b="1" spc="-25" dirty="0">
                <a:solidFill>
                  <a:srgbClr val="0FB880"/>
                </a:solidFill>
                <a:latin typeface="Courier New"/>
                <a:cs typeface="Courier New"/>
              </a:rPr>
              <a:t>ROI</a:t>
            </a:r>
            <a:endParaRPr sz="3200">
              <a:latin typeface="Courier New"/>
              <a:cs typeface="Courier New"/>
            </a:endParaRPr>
          </a:p>
          <a:p>
            <a:pPr marL="285115" marR="278130" algn="ctr">
              <a:lnSpc>
                <a:spcPct val="125000"/>
              </a:lnSpc>
              <a:spcBef>
                <a:spcPts val="4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accidents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linked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physiological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fatigue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cost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corporations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billions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liability,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regulatory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fines,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skyrocketing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workers'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 compensation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premiums.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9524" y="3972871"/>
            <a:ext cx="923353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 marR="506095">
              <a:lnSpc>
                <a:spcPct val="125000"/>
              </a:lnSpc>
              <a:spcBef>
                <a:spcPts val="100"/>
              </a:spcBef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The</a:t>
            </a:r>
            <a:r>
              <a:rPr sz="130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Bottom</a:t>
            </a:r>
            <a:r>
              <a:rPr sz="130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Line:</a:t>
            </a:r>
            <a:r>
              <a:rPr sz="130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conglomerates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are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desperate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solution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monitor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safety,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but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will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never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compromise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their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network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security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get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it.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VitalsGrid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bridges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this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exact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paradox.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92499" y="7014329"/>
            <a:ext cx="1092200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Slide 05 of 30</a:t>
            </a:r>
            <a:endParaRPr sz="10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719999" y="1259849"/>
            <a:ext cx="4356100" cy="4248150"/>
            <a:chOff x="719999" y="1259849"/>
            <a:chExt cx="4356100" cy="4248150"/>
          </a:xfrm>
        </p:grpSpPr>
        <p:sp>
          <p:nvSpPr>
            <p:cNvPr id="3" name="object 3"/>
            <p:cNvSpPr/>
            <p:nvPr/>
          </p:nvSpPr>
          <p:spPr>
            <a:xfrm>
              <a:off x="719999" y="1259849"/>
              <a:ext cx="4356100" cy="4248150"/>
            </a:xfrm>
            <a:custGeom>
              <a:avLst/>
              <a:gdLst/>
              <a:ahLst/>
              <a:cxnLst/>
              <a:rect l="l" t="t" r="r" b="b"/>
              <a:pathLst>
                <a:path w="4356100" h="4248150">
                  <a:moveTo>
                    <a:pt x="4356000" y="4247721"/>
                  </a:moveTo>
                  <a:lnTo>
                    <a:pt x="0" y="4247721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56000" y="4247721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988" y="1259859"/>
              <a:ext cx="4356100" cy="4248150"/>
            </a:xfrm>
            <a:custGeom>
              <a:avLst/>
              <a:gdLst/>
              <a:ahLst/>
              <a:cxnLst/>
              <a:rect l="l" t="t" r="r" b="b"/>
              <a:pathLst>
                <a:path w="4356100" h="4248150">
                  <a:moveTo>
                    <a:pt x="4356011" y="0"/>
                  </a:moveTo>
                  <a:lnTo>
                    <a:pt x="4346486" y="38100"/>
                  </a:lnTo>
                  <a:lnTo>
                    <a:pt x="4346486" y="4238193"/>
                  </a:lnTo>
                  <a:lnTo>
                    <a:pt x="9525" y="4238193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4247718"/>
                  </a:lnTo>
                  <a:lnTo>
                    <a:pt x="4356011" y="4247718"/>
                  </a:lnTo>
                  <a:lnTo>
                    <a:pt x="4356011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000" y="1259849"/>
              <a:ext cx="4356100" cy="38100"/>
            </a:xfrm>
            <a:custGeom>
              <a:avLst/>
              <a:gdLst/>
              <a:ahLst/>
              <a:cxnLst/>
              <a:rect l="l" t="t" r="r" b="b"/>
              <a:pathLst>
                <a:path w="4356100" h="38100">
                  <a:moveTo>
                    <a:pt x="4346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46475" y="381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615999" y="1259849"/>
            <a:ext cx="4356100" cy="4467225"/>
            <a:chOff x="5615999" y="1259849"/>
            <a:chExt cx="4356100" cy="4467225"/>
          </a:xfrm>
        </p:grpSpPr>
        <p:sp>
          <p:nvSpPr>
            <p:cNvPr id="7" name="object 7"/>
            <p:cNvSpPr/>
            <p:nvPr/>
          </p:nvSpPr>
          <p:spPr>
            <a:xfrm>
              <a:off x="5615999" y="1259849"/>
              <a:ext cx="4356100" cy="4467225"/>
            </a:xfrm>
            <a:custGeom>
              <a:avLst/>
              <a:gdLst/>
              <a:ahLst/>
              <a:cxnLst/>
              <a:rect l="l" t="t" r="r" b="b"/>
              <a:pathLst>
                <a:path w="4356100" h="4467225">
                  <a:moveTo>
                    <a:pt x="4356000" y="4466768"/>
                  </a:moveTo>
                  <a:lnTo>
                    <a:pt x="0" y="4466768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56000" y="4466768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15990" y="1259859"/>
              <a:ext cx="4356100" cy="4467225"/>
            </a:xfrm>
            <a:custGeom>
              <a:avLst/>
              <a:gdLst/>
              <a:ahLst/>
              <a:cxnLst/>
              <a:rect l="l" t="t" r="r" b="b"/>
              <a:pathLst>
                <a:path w="4356100" h="4467225">
                  <a:moveTo>
                    <a:pt x="4355998" y="0"/>
                  </a:moveTo>
                  <a:lnTo>
                    <a:pt x="4346473" y="38100"/>
                  </a:lnTo>
                  <a:lnTo>
                    <a:pt x="4346473" y="4457243"/>
                  </a:lnTo>
                  <a:lnTo>
                    <a:pt x="9525" y="4457243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4466768"/>
                  </a:lnTo>
                  <a:lnTo>
                    <a:pt x="4355998" y="4466768"/>
                  </a:lnTo>
                  <a:lnTo>
                    <a:pt x="4355998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16000" y="1259849"/>
              <a:ext cx="4356100" cy="38100"/>
            </a:xfrm>
            <a:custGeom>
              <a:avLst/>
              <a:gdLst/>
              <a:ahLst/>
              <a:cxnLst/>
              <a:rect l="l" t="t" r="r" b="b"/>
              <a:pathLst>
                <a:path w="4356100" h="38100">
                  <a:moveTo>
                    <a:pt x="4346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46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rgbClr val="FFFFFF"/>
                </a:solidFill>
                <a:latin typeface="Arial MT"/>
                <a:cs typeface="Arial MT"/>
              </a:rPr>
              <a:t>Paradigm</a:t>
            </a:r>
            <a:r>
              <a:rPr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FFFFFF"/>
                </a:solidFill>
                <a:latin typeface="Arial MT"/>
                <a:cs typeface="Arial MT"/>
              </a:rPr>
              <a:t>Shift:</a:t>
            </a:r>
            <a:r>
              <a:rPr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35" dirty="0">
                <a:latin typeface="Arial"/>
                <a:cs typeface="Arial"/>
              </a:rPr>
              <a:t>Present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vs.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Future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9524" y="1518180"/>
            <a:ext cx="4337050" cy="343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600" b="1" spc="55" dirty="0">
                <a:solidFill>
                  <a:srgbClr val="EF4444"/>
                </a:solidFill>
                <a:latin typeface="Arial"/>
                <a:cs typeface="Arial"/>
              </a:rPr>
              <a:t>PRESENT</a:t>
            </a:r>
            <a:r>
              <a:rPr sz="1600" b="1" spc="15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EF4444"/>
                </a:solidFill>
                <a:latin typeface="Arial"/>
                <a:cs typeface="Arial"/>
              </a:rPr>
              <a:t>STATE</a:t>
            </a:r>
            <a:r>
              <a:rPr sz="1600" b="1" spc="15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EF4444"/>
                </a:solidFill>
                <a:latin typeface="Arial"/>
                <a:cs typeface="Arial"/>
              </a:rPr>
              <a:t>(REACTIVE)</a:t>
            </a:r>
            <a:endParaRPr sz="1600">
              <a:latin typeface="Arial"/>
              <a:cs typeface="Arial"/>
            </a:endParaRPr>
          </a:p>
          <a:p>
            <a:pPr marL="503555" marR="605790" indent="-104139">
              <a:lnSpc>
                <a:spcPct val="125000"/>
              </a:lnSpc>
              <a:spcBef>
                <a:spcPts val="894"/>
              </a:spcBef>
              <a:buChar char="•"/>
              <a:tabLst>
                <a:tab pos="503555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Periodic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clinic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visits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catch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chronic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issues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too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late.</a:t>
            </a:r>
            <a:endParaRPr sz="1300">
              <a:latin typeface="Arial MT"/>
              <a:cs typeface="Arial MT"/>
            </a:endParaRPr>
          </a:p>
          <a:p>
            <a:pPr marL="503555" marR="412115" indent="-104139">
              <a:lnSpc>
                <a:spcPct val="125000"/>
              </a:lnSpc>
              <a:spcBef>
                <a:spcPts val="1135"/>
              </a:spcBef>
              <a:buChar char="•"/>
              <a:tabLst>
                <a:tab pos="503555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Zero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continuous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physiological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during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8-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12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hour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shift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 hours.</a:t>
            </a:r>
            <a:endParaRPr sz="1300">
              <a:latin typeface="Arial MT"/>
              <a:cs typeface="Arial MT"/>
            </a:endParaRPr>
          </a:p>
          <a:p>
            <a:pPr marL="503555" marR="684530" indent="-104139">
              <a:lnSpc>
                <a:spcPct val="125000"/>
              </a:lnSpc>
              <a:spcBef>
                <a:spcPts val="1135"/>
              </a:spcBef>
              <a:buChar char="•"/>
              <a:tabLst>
                <a:tab pos="503555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Accidents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are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investigated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post-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mortem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via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CCTV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witnesses.</a:t>
            </a:r>
            <a:endParaRPr sz="1300">
              <a:latin typeface="Arial MT"/>
              <a:cs typeface="Arial MT"/>
            </a:endParaRPr>
          </a:p>
          <a:p>
            <a:pPr marL="503555" marR="377825" indent="-104139">
              <a:lnSpc>
                <a:spcPct val="125000"/>
              </a:lnSpc>
              <a:spcBef>
                <a:spcPts val="1130"/>
              </a:spcBef>
              <a:buChar char="•"/>
              <a:tabLst>
                <a:tab pos="503555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Complete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reliance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external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cloud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servers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for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AI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analytics.</a:t>
            </a:r>
            <a:endParaRPr sz="1300">
              <a:latin typeface="Arial MT"/>
              <a:cs typeface="Arial MT"/>
            </a:endParaRPr>
          </a:p>
          <a:p>
            <a:pPr marL="503555" marR="385445" indent="-104139">
              <a:lnSpc>
                <a:spcPct val="125000"/>
              </a:lnSpc>
              <a:spcBef>
                <a:spcPts val="1135"/>
              </a:spcBef>
              <a:buChar char="•"/>
              <a:tabLst>
                <a:tab pos="503555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System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fails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immediately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during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facility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network outages.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25525" y="1518180"/>
            <a:ext cx="4337050" cy="365506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87655" marR="981075">
              <a:lnSpc>
                <a:spcPts val="1600"/>
              </a:lnSpc>
              <a:spcBef>
                <a:spcPts val="420"/>
              </a:spcBef>
            </a:pPr>
            <a:r>
              <a:rPr sz="1600" b="1" spc="55" dirty="0">
                <a:solidFill>
                  <a:srgbClr val="0FB880"/>
                </a:solidFill>
                <a:latin typeface="Arial"/>
                <a:cs typeface="Arial"/>
              </a:rPr>
              <a:t>FUTURE</a:t>
            </a:r>
            <a:r>
              <a:rPr sz="1600" b="1" spc="14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STATE</a:t>
            </a:r>
            <a:r>
              <a:rPr sz="1600" b="1" spc="15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(PREDICTIVE EDGE)</a:t>
            </a:r>
            <a:endParaRPr sz="1600">
              <a:latin typeface="Arial"/>
              <a:cs typeface="Arial"/>
            </a:endParaRPr>
          </a:p>
          <a:p>
            <a:pPr marL="503555" marR="744855" indent="-104139">
              <a:lnSpc>
                <a:spcPct val="125000"/>
              </a:lnSpc>
              <a:spcBef>
                <a:spcPts val="894"/>
              </a:spcBef>
              <a:buChar char="•"/>
              <a:tabLst>
                <a:tab pos="503555" algn="l"/>
              </a:tabLst>
            </a:pP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Sub-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second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anomaly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detection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happening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directly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worker's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MCU.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 marL="503555" indent="-103505">
              <a:lnSpc>
                <a:spcPct val="100000"/>
              </a:lnSpc>
              <a:buChar char="•"/>
              <a:tabLst>
                <a:tab pos="503555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Algorithm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predicts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exhaustion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before</a:t>
            </a:r>
            <a:endParaRPr sz="1300">
              <a:latin typeface="Arial"/>
              <a:cs typeface="Arial"/>
            </a:endParaRPr>
          </a:p>
          <a:p>
            <a:pPr marL="503555">
              <a:lnSpc>
                <a:spcPct val="100000"/>
              </a:lnSpc>
              <a:spcBef>
                <a:spcPts val="39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physical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collapse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occurs.</a:t>
            </a:r>
            <a:endParaRPr sz="1300">
              <a:latin typeface="Arial MT"/>
              <a:cs typeface="Arial MT"/>
            </a:endParaRPr>
          </a:p>
          <a:p>
            <a:pPr marL="503555" marR="635635" indent="-104139">
              <a:lnSpc>
                <a:spcPct val="125000"/>
              </a:lnSpc>
              <a:spcBef>
                <a:spcPts val="1130"/>
              </a:spcBef>
              <a:buChar char="•"/>
              <a:tabLst>
                <a:tab pos="503555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Zero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cloud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dependency;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intrinsically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safe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by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design.</a:t>
            </a:r>
            <a:endParaRPr sz="1300">
              <a:latin typeface="Arial MT"/>
              <a:cs typeface="Arial MT"/>
            </a:endParaRPr>
          </a:p>
          <a:p>
            <a:pPr marL="503555" marR="391795" indent="-104139">
              <a:lnSpc>
                <a:spcPct val="125000"/>
              </a:lnSpc>
              <a:spcBef>
                <a:spcPts val="1135"/>
              </a:spcBef>
              <a:buChar char="•"/>
              <a:tabLst>
                <a:tab pos="503555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Local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decision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trees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trigger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instant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haptic/audio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warnings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worker.</a:t>
            </a:r>
            <a:endParaRPr sz="1300">
              <a:latin typeface="Arial MT"/>
              <a:cs typeface="Arial MT"/>
            </a:endParaRPr>
          </a:p>
          <a:p>
            <a:pPr marL="503555" marR="526415" indent="-104139">
              <a:lnSpc>
                <a:spcPct val="125000"/>
              </a:lnSpc>
              <a:spcBef>
                <a:spcPts val="1135"/>
              </a:spcBef>
              <a:buChar char="•"/>
              <a:tabLst>
                <a:tab pos="503555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100%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privacy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secured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entirely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within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enterprise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intranet.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92499" y="7014329"/>
            <a:ext cx="1092200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06 of 30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45" dirty="0">
                <a:solidFill>
                  <a:srgbClr val="FFFFFF"/>
                </a:solidFill>
                <a:latin typeface="Arial MT"/>
                <a:cs typeface="Arial MT"/>
              </a:rPr>
              <a:t>Solution:</a:t>
            </a:r>
            <a:r>
              <a:rPr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40" dirty="0">
                <a:latin typeface="Arial"/>
                <a:cs typeface="Arial"/>
              </a:rPr>
              <a:t>VitalsGrid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Wearable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299" y="1181921"/>
            <a:ext cx="84188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An</a:t>
            </a:r>
            <a:r>
              <a:rPr sz="1600" spc="-35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intrinsically</a:t>
            </a:r>
            <a:r>
              <a:rPr sz="16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safe,</a:t>
            </a:r>
            <a:r>
              <a:rPr sz="1600" spc="-35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cloud-independent</a:t>
            </a:r>
            <a:r>
              <a:rPr sz="16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healthcare</a:t>
            </a:r>
            <a:r>
              <a:rPr sz="1600" spc="-35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wearable</a:t>
            </a:r>
            <a:r>
              <a:rPr sz="16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engineered</a:t>
            </a:r>
            <a:r>
              <a:rPr sz="16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specifically</a:t>
            </a:r>
            <a:r>
              <a:rPr sz="1600" spc="-35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for</a:t>
            </a:r>
            <a:r>
              <a:rPr sz="16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E4E4E6"/>
                </a:solidFill>
                <a:latin typeface="Arial MT"/>
                <a:cs typeface="Arial MT"/>
              </a:rPr>
              <a:t>heavy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industry</a:t>
            </a:r>
            <a:r>
              <a:rPr sz="1600" spc="-35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critical</a:t>
            </a:r>
            <a:r>
              <a:rPr sz="16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E4E4E6"/>
                </a:solidFill>
                <a:latin typeface="Arial MT"/>
                <a:cs typeface="Arial MT"/>
              </a:rPr>
              <a:t>infrastructure</a:t>
            </a:r>
            <a:r>
              <a:rPr sz="1600" spc="-30" dirty="0">
                <a:solidFill>
                  <a:srgbClr val="E4E4E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E4E4E6"/>
                </a:solidFill>
                <a:latin typeface="Arial MT"/>
                <a:cs typeface="Arial MT"/>
              </a:rPr>
              <a:t>personnel.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4762" y="2233929"/>
            <a:ext cx="2714625" cy="3043555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1.</a:t>
            </a:r>
            <a:r>
              <a:rPr sz="1600" b="1" spc="18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60" dirty="0">
                <a:solidFill>
                  <a:srgbClr val="0FB880"/>
                </a:solidFill>
                <a:latin typeface="Arial"/>
                <a:cs typeface="Arial"/>
              </a:rPr>
              <a:t>SENSE</a:t>
            </a:r>
            <a:r>
              <a:rPr sz="1600" b="1" spc="18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B880"/>
                </a:solidFill>
                <a:latin typeface="Arial"/>
                <a:cs typeface="Arial"/>
              </a:rPr>
              <a:t>(DATA)</a:t>
            </a:r>
            <a:endParaRPr sz="1600">
              <a:latin typeface="Arial"/>
              <a:cs typeface="Arial"/>
            </a:endParaRPr>
          </a:p>
          <a:p>
            <a:pPr marL="292735" marR="377190">
              <a:lnSpc>
                <a:spcPct val="125000"/>
              </a:lnSpc>
              <a:spcBef>
                <a:spcPts val="550"/>
              </a:spcBef>
            </a:pP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High-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precision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Analog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Front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Ends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(AFE)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continuous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ECG/HRV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monitoring,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physically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fused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with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STMicroelectronics environmental</a:t>
            </a:r>
            <a:r>
              <a:rPr sz="1300" spc="1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sensors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(temp,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humidity)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6-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axis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IMUs.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8762" y="2233929"/>
            <a:ext cx="2714625" cy="2999105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 marR="1115695">
              <a:lnSpc>
                <a:spcPts val="1600"/>
              </a:lnSpc>
            </a:pP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2.</a:t>
            </a:r>
            <a:r>
              <a:rPr sz="1600" b="1" spc="21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0FB880"/>
                </a:solidFill>
                <a:latin typeface="Arial"/>
                <a:cs typeface="Arial"/>
              </a:rPr>
              <a:t>PROCESS </a:t>
            </a: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(EDGE)</a:t>
            </a:r>
            <a:endParaRPr sz="1600">
              <a:latin typeface="Arial"/>
              <a:cs typeface="Arial"/>
            </a:endParaRPr>
          </a:p>
          <a:p>
            <a:pPr marL="292735" marR="285750">
              <a:lnSpc>
                <a:spcPct val="125000"/>
              </a:lnSpc>
              <a:spcBef>
                <a:spcPts val="55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Instead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of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transmitting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raw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server,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ultra-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low-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power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MCU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executes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a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quantized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TinyML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model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directly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memory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to</a:t>
            </a:r>
            <a:r>
              <a:rPr sz="1300" spc="50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perform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real-time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mathematical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sensor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fusion.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72762" y="2233929"/>
            <a:ext cx="2714625" cy="2795905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3.</a:t>
            </a:r>
            <a:r>
              <a:rPr sz="1600" b="1" spc="19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0FB880"/>
                </a:solidFill>
                <a:latin typeface="Arial"/>
                <a:cs typeface="Arial"/>
              </a:rPr>
              <a:t>ALERT</a:t>
            </a:r>
            <a:r>
              <a:rPr sz="1600" b="1" spc="19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B880"/>
                </a:solidFill>
                <a:latin typeface="Arial"/>
                <a:cs typeface="Arial"/>
              </a:rPr>
              <a:t>(LOCAL)</a:t>
            </a:r>
            <a:endParaRPr sz="1600">
              <a:latin typeface="Arial"/>
              <a:cs typeface="Arial"/>
            </a:endParaRPr>
          </a:p>
          <a:p>
            <a:pPr marL="292735" marR="293370">
              <a:lnSpc>
                <a:spcPct val="125000"/>
              </a:lnSpc>
              <a:spcBef>
                <a:spcPts val="55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If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anomaly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threshold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is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breached,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device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triggers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local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haptics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broadcasts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offline,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low-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frequency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distress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beacon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entirely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within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facility's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localized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mesh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network.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92499" y="7014329"/>
            <a:ext cx="1092200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07 of 30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FFFFF"/>
                </a:solidFill>
                <a:latin typeface="Arial MT"/>
                <a:cs typeface="Arial MT"/>
              </a:rPr>
              <a:t>Architecture:</a:t>
            </a:r>
            <a:r>
              <a:rPr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35" dirty="0">
                <a:latin typeface="Arial"/>
                <a:cs typeface="Arial"/>
              </a:rPr>
              <a:t>Why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Edge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AI?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762" y="4037964"/>
            <a:ext cx="9243060" cy="120650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248285" rIns="0" bIns="0" rtlCol="0">
            <a:spAutoFit/>
          </a:bodyPr>
          <a:lstStyle/>
          <a:p>
            <a:pPr marL="3645535">
              <a:lnSpc>
                <a:spcPct val="100000"/>
              </a:lnSpc>
              <a:spcBef>
                <a:spcPts val="1955"/>
              </a:spcBef>
            </a:pPr>
            <a:r>
              <a:rPr sz="3200" b="1" dirty="0">
                <a:solidFill>
                  <a:srgbClr val="0FB880"/>
                </a:solidFill>
                <a:latin typeface="Courier New"/>
                <a:cs typeface="Courier New"/>
              </a:rPr>
              <a:t>0.00</a:t>
            </a:r>
            <a:r>
              <a:rPr sz="3200" b="1" spc="-85" dirty="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sz="3200" b="1" spc="-25" dirty="0">
                <a:solidFill>
                  <a:srgbClr val="0FB880"/>
                </a:solidFill>
                <a:latin typeface="Courier New"/>
                <a:cs typeface="Courier New"/>
              </a:rPr>
              <a:t>B/s</a:t>
            </a:r>
            <a:endParaRPr sz="3200">
              <a:latin typeface="Courier New"/>
              <a:cs typeface="Courier New"/>
            </a:endParaRPr>
          </a:p>
          <a:p>
            <a:pPr marL="635" algn="ctr">
              <a:lnSpc>
                <a:spcPct val="100000"/>
              </a:lnSpc>
              <a:spcBef>
                <a:spcPts val="570"/>
              </a:spcBef>
            </a:pPr>
            <a:r>
              <a:rPr sz="1100" b="1" dirty="0">
                <a:solidFill>
                  <a:srgbClr val="A1A1AA"/>
                </a:solidFill>
                <a:latin typeface="Arial"/>
                <a:cs typeface="Arial"/>
              </a:rPr>
              <a:t>EXTERNAL</a:t>
            </a:r>
            <a:r>
              <a:rPr sz="1100" b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A1A1AA"/>
                </a:solidFill>
                <a:latin typeface="Arial"/>
                <a:cs typeface="Arial"/>
              </a:rPr>
              <a:t>DATA</a:t>
            </a:r>
            <a:r>
              <a:rPr sz="1100" b="1" spc="-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A1A1AA"/>
                </a:solidFill>
                <a:latin typeface="Arial"/>
                <a:cs typeface="Arial"/>
              </a:rPr>
              <a:t>LEAKAGE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4762" y="5398134"/>
            <a:ext cx="9243060" cy="120650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248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5"/>
              </a:spcBef>
            </a:pPr>
            <a:r>
              <a:rPr sz="3200" b="1" dirty="0">
                <a:solidFill>
                  <a:srgbClr val="0FB880"/>
                </a:solidFill>
                <a:latin typeface="Courier New"/>
                <a:cs typeface="Courier New"/>
              </a:rPr>
              <a:t>&lt;</a:t>
            </a:r>
            <a:r>
              <a:rPr sz="3200" b="1" spc="-35" dirty="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sz="3200" b="1" dirty="0">
                <a:solidFill>
                  <a:srgbClr val="0FB880"/>
                </a:solidFill>
                <a:latin typeface="Courier New"/>
                <a:cs typeface="Courier New"/>
              </a:rPr>
              <a:t>50</a:t>
            </a:r>
            <a:r>
              <a:rPr sz="3200" b="1" spc="-35" dirty="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sz="3200" b="1" spc="-25" dirty="0">
                <a:solidFill>
                  <a:srgbClr val="0FB880"/>
                </a:solidFill>
                <a:latin typeface="Courier New"/>
                <a:cs typeface="Courier New"/>
              </a:rPr>
              <a:t>ms</a:t>
            </a:r>
            <a:endParaRPr sz="32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sz="1100" b="1" dirty="0">
                <a:solidFill>
                  <a:srgbClr val="A1A1AA"/>
                </a:solidFill>
                <a:latin typeface="Arial"/>
                <a:cs typeface="Arial"/>
              </a:rPr>
              <a:t>INFERENCE</a:t>
            </a:r>
            <a:r>
              <a:rPr sz="1100" b="1" spc="-6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A1A1AA"/>
                </a:solidFill>
                <a:latin typeface="Arial"/>
                <a:cs typeface="Arial"/>
              </a:rPr>
              <a:t>LATENCY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299" y="1194151"/>
            <a:ext cx="9167495" cy="258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855">
              <a:lnSpc>
                <a:spcPct val="125000"/>
              </a:lnSpc>
              <a:spcBef>
                <a:spcPts val="10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Edge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AI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not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buzzword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here;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fundamental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enabler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that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makes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occupational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health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monitoring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mathematically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and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structurally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possible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secure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facilities.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300">
              <a:latin typeface="Arial MT"/>
              <a:cs typeface="Arial MT"/>
            </a:endParaRPr>
          </a:p>
          <a:p>
            <a:pPr marL="228600" marR="5080" indent="-104139">
              <a:lnSpc>
                <a:spcPct val="125000"/>
              </a:lnSpc>
              <a:buClr>
                <a:srgbClr val="A1A1AA"/>
              </a:buClr>
              <a:buFont typeface="Arial MT"/>
              <a:buChar char="•"/>
              <a:tabLst>
                <a:tab pos="228600" algn="l"/>
              </a:tabLst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Absolute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Autonomy: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device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makes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life-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saving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decisions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locally,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even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if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entire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facility's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SCADA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comms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network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goes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down.</a:t>
            </a:r>
            <a:endParaRPr sz="1300">
              <a:latin typeface="Arial MT"/>
              <a:cs typeface="Arial MT"/>
            </a:endParaRPr>
          </a:p>
          <a:p>
            <a:pPr marL="228600" marR="234315" indent="-104139">
              <a:lnSpc>
                <a:spcPct val="125000"/>
              </a:lnSpc>
              <a:spcBef>
                <a:spcPts val="1135"/>
              </a:spcBef>
              <a:buClr>
                <a:srgbClr val="A1A1AA"/>
              </a:buClr>
              <a:buFont typeface="Arial MT"/>
              <a:buChar char="•"/>
              <a:tabLst>
                <a:tab pos="228600" algn="l"/>
              </a:tabLst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Bandwidth</a:t>
            </a:r>
            <a:r>
              <a:rPr sz="1300" b="1" spc="-5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Preservation: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Streaming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raw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ECG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time-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series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from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5,000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would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cripple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intranet.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Edge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AI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computes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only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transmits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2-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byte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"Alert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Flag".</a:t>
            </a:r>
            <a:endParaRPr sz="1300">
              <a:latin typeface="Arial MT"/>
              <a:cs typeface="Arial MT"/>
            </a:endParaRPr>
          </a:p>
          <a:p>
            <a:pPr marL="228600" marR="234315" indent="-104139">
              <a:lnSpc>
                <a:spcPct val="125000"/>
              </a:lnSpc>
              <a:spcBef>
                <a:spcPts val="1135"/>
              </a:spcBef>
              <a:buClr>
                <a:srgbClr val="A1A1AA"/>
              </a:buClr>
              <a:buFont typeface="Arial MT"/>
              <a:buChar char="•"/>
              <a:tabLst>
                <a:tab pos="228600" algn="l"/>
              </a:tabLst>
            </a:pP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Micro-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Power</a:t>
            </a:r>
            <a:r>
              <a:rPr sz="1300" b="1" spc="-3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Consumption:</a:t>
            </a:r>
            <a:r>
              <a:rPr sz="1300" b="1" spc="-3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avoiding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constant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Wi-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Fi/Cellular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radio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transmissions,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battery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life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extends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from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hours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to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weeks,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keeping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radio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sleep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state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until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inference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triggers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anomaly.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92499" y="7014329"/>
            <a:ext cx="1092200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08 of 30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900000" y="1867499"/>
            <a:ext cx="2724150" cy="1527810"/>
            <a:chOff x="900000" y="1867499"/>
            <a:chExt cx="2724150" cy="1527810"/>
          </a:xfrm>
        </p:grpSpPr>
        <p:sp>
          <p:nvSpPr>
            <p:cNvPr id="3" name="object 3"/>
            <p:cNvSpPr/>
            <p:nvPr/>
          </p:nvSpPr>
          <p:spPr>
            <a:xfrm>
              <a:off x="900000" y="1867499"/>
              <a:ext cx="2724150" cy="1527810"/>
            </a:xfrm>
            <a:custGeom>
              <a:avLst/>
              <a:gdLst/>
              <a:ahLst/>
              <a:cxnLst/>
              <a:rect l="l" t="t" r="r" b="b"/>
              <a:pathLst>
                <a:path w="2724150" h="1527810">
                  <a:moveTo>
                    <a:pt x="2724000" y="1527471"/>
                  </a:moveTo>
                  <a:lnTo>
                    <a:pt x="0" y="1527471"/>
                  </a:lnTo>
                  <a:lnTo>
                    <a:pt x="0" y="0"/>
                  </a:lnTo>
                  <a:lnTo>
                    <a:pt x="2724000" y="0"/>
                  </a:lnTo>
                  <a:lnTo>
                    <a:pt x="2724000" y="1527471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99998" y="1867503"/>
              <a:ext cx="2724150" cy="1527810"/>
            </a:xfrm>
            <a:custGeom>
              <a:avLst/>
              <a:gdLst/>
              <a:ahLst/>
              <a:cxnLst/>
              <a:rect l="l" t="t" r="r" b="b"/>
              <a:pathLst>
                <a:path w="2724150" h="1527810">
                  <a:moveTo>
                    <a:pt x="2723997" y="0"/>
                  </a:moveTo>
                  <a:lnTo>
                    <a:pt x="2714472" y="38100"/>
                  </a:lnTo>
                  <a:lnTo>
                    <a:pt x="2714472" y="1517942"/>
                  </a:lnTo>
                  <a:lnTo>
                    <a:pt x="9525" y="1517942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1527467"/>
                  </a:lnTo>
                  <a:lnTo>
                    <a:pt x="2723997" y="1527467"/>
                  </a:lnTo>
                  <a:lnTo>
                    <a:pt x="2723997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00000" y="1867499"/>
              <a:ext cx="2724150" cy="38100"/>
            </a:xfrm>
            <a:custGeom>
              <a:avLst/>
              <a:gdLst/>
              <a:ahLst/>
              <a:cxnLst/>
              <a:rect l="l" t="t" r="r" b="b"/>
              <a:pathLst>
                <a:path w="2724150" h="38100">
                  <a:moveTo>
                    <a:pt x="2714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2724000" y="0"/>
                  </a:lnTo>
                  <a:lnTo>
                    <a:pt x="2714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19999" y="3790970"/>
            <a:ext cx="9252585" cy="1119505"/>
            <a:chOff x="719999" y="3790970"/>
            <a:chExt cx="9252585" cy="1119505"/>
          </a:xfrm>
        </p:grpSpPr>
        <p:sp>
          <p:nvSpPr>
            <p:cNvPr id="7" name="object 7"/>
            <p:cNvSpPr/>
            <p:nvPr/>
          </p:nvSpPr>
          <p:spPr>
            <a:xfrm>
              <a:off x="719999" y="3790971"/>
              <a:ext cx="9252585" cy="1119505"/>
            </a:xfrm>
            <a:custGeom>
              <a:avLst/>
              <a:gdLst/>
              <a:ahLst/>
              <a:cxnLst/>
              <a:rect l="l" t="t" r="r" b="b"/>
              <a:pathLst>
                <a:path w="9252585" h="1119504">
                  <a:moveTo>
                    <a:pt x="9252000" y="1118925"/>
                  </a:moveTo>
                  <a:lnTo>
                    <a:pt x="0" y="1118925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52000" y="1118925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9988" y="3790982"/>
              <a:ext cx="9252585" cy="1119505"/>
            </a:xfrm>
            <a:custGeom>
              <a:avLst/>
              <a:gdLst/>
              <a:ahLst/>
              <a:cxnLst/>
              <a:rect l="l" t="t" r="r" b="b"/>
              <a:pathLst>
                <a:path w="9252585" h="1119504">
                  <a:moveTo>
                    <a:pt x="9252001" y="0"/>
                  </a:moveTo>
                  <a:lnTo>
                    <a:pt x="9242476" y="38100"/>
                  </a:lnTo>
                  <a:lnTo>
                    <a:pt x="9242476" y="1109395"/>
                  </a:lnTo>
                  <a:lnTo>
                    <a:pt x="9525" y="1109395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1118920"/>
                  </a:lnTo>
                  <a:lnTo>
                    <a:pt x="9252001" y="1118920"/>
                  </a:lnTo>
                  <a:lnTo>
                    <a:pt x="9252001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0000" y="3790970"/>
              <a:ext cx="9252585" cy="38100"/>
            </a:xfrm>
            <a:custGeom>
              <a:avLst/>
              <a:gdLst/>
              <a:ahLst/>
              <a:cxnLst/>
              <a:rect l="l" t="t" r="r" b="b"/>
              <a:pathLst>
                <a:path w="9252585" h="38100">
                  <a:moveTo>
                    <a:pt x="9242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42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35" dirty="0">
                <a:latin typeface="Arial"/>
                <a:cs typeface="Arial"/>
              </a:rPr>
              <a:t>Architecture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7299" y="1243681"/>
            <a:ext cx="65963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completely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localized,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three-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tier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framework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bypassing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standard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cloud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REST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APIs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entirely.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9525" y="2004383"/>
            <a:ext cx="2705100" cy="106108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572135">
              <a:lnSpc>
                <a:spcPct val="100000"/>
              </a:lnSpc>
              <a:spcBef>
                <a:spcPts val="1055"/>
              </a:spcBef>
            </a:pP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1.</a:t>
            </a:r>
            <a:r>
              <a:rPr sz="1600" b="1" spc="18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0FB880"/>
                </a:solidFill>
                <a:latin typeface="Arial"/>
                <a:cs typeface="Arial"/>
              </a:rPr>
              <a:t>EDGE</a:t>
            </a:r>
            <a:r>
              <a:rPr sz="1600" b="1" spc="19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30" dirty="0">
                <a:solidFill>
                  <a:srgbClr val="0FB880"/>
                </a:solidFill>
                <a:latin typeface="Arial"/>
                <a:cs typeface="Arial"/>
              </a:rPr>
              <a:t>NODE</a:t>
            </a:r>
            <a:endParaRPr sz="1600">
              <a:latin typeface="Arial"/>
              <a:cs typeface="Arial"/>
            </a:endParaRPr>
          </a:p>
          <a:p>
            <a:pPr marL="887730" marR="869950" indent="-10795" algn="just">
              <a:lnSpc>
                <a:spcPct val="125000"/>
              </a:lnSpc>
              <a:spcBef>
                <a:spcPts val="325"/>
              </a:spcBef>
            </a:pPr>
            <a:r>
              <a:rPr sz="1100" spc="-10" dirty="0">
                <a:solidFill>
                  <a:srgbClr val="D4D4D8"/>
                </a:solidFill>
                <a:latin typeface="Arial MT"/>
                <a:cs typeface="Arial MT"/>
              </a:rPr>
              <a:t>Wearable</a:t>
            </a:r>
            <a:r>
              <a:rPr sz="110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D4D4D8"/>
                </a:solidFill>
                <a:latin typeface="Arial MT"/>
                <a:cs typeface="Arial MT"/>
              </a:rPr>
              <a:t>MCU </a:t>
            </a:r>
            <a:r>
              <a:rPr sz="1100" dirty="0">
                <a:solidFill>
                  <a:srgbClr val="D4D4D8"/>
                </a:solidFill>
                <a:latin typeface="Arial MT"/>
                <a:cs typeface="Arial MT"/>
              </a:rPr>
              <a:t>Sensors</a:t>
            </a:r>
            <a:r>
              <a:rPr sz="1100" spc="-1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D4D4D8"/>
                </a:solidFill>
                <a:latin typeface="Arial MT"/>
                <a:cs typeface="Arial MT"/>
              </a:rPr>
              <a:t>Array </a:t>
            </a:r>
            <a:r>
              <a:rPr sz="1100" dirty="0">
                <a:solidFill>
                  <a:srgbClr val="D4D4D8"/>
                </a:solidFill>
                <a:latin typeface="Arial MT"/>
                <a:cs typeface="Arial MT"/>
              </a:rPr>
              <a:t>TinyML</a:t>
            </a:r>
            <a:r>
              <a:rPr sz="11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D4D4D8"/>
                </a:solidFill>
                <a:latin typeface="Arial MT"/>
                <a:cs typeface="Arial MT"/>
              </a:rPr>
              <a:t>Engine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8762" y="1871979"/>
            <a:ext cx="2714625" cy="148971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517525">
              <a:lnSpc>
                <a:spcPct val="100000"/>
              </a:lnSpc>
            </a:pPr>
            <a:r>
              <a:rPr sz="1600" b="1" dirty="0">
                <a:solidFill>
                  <a:srgbClr val="A1A1AA"/>
                </a:solidFill>
                <a:latin typeface="Arial"/>
                <a:cs typeface="Arial"/>
              </a:rPr>
              <a:t>2.</a:t>
            </a:r>
            <a:r>
              <a:rPr sz="1600" b="1" spc="27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A1A1AA"/>
                </a:solidFill>
                <a:latin typeface="Arial"/>
                <a:cs typeface="Arial"/>
              </a:rPr>
              <a:t>LOCAL</a:t>
            </a:r>
            <a:r>
              <a:rPr sz="1600" b="1" spc="27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A1A1AA"/>
                </a:solidFill>
                <a:latin typeface="Arial"/>
                <a:cs typeface="Arial"/>
              </a:rPr>
              <a:t>MESH</a:t>
            </a:r>
            <a:endParaRPr sz="1600">
              <a:latin typeface="Arial"/>
              <a:cs typeface="Arial"/>
            </a:endParaRPr>
          </a:p>
          <a:p>
            <a:pPr marL="723265" marR="714375" indent="23495" algn="just">
              <a:lnSpc>
                <a:spcPct val="125000"/>
              </a:lnSpc>
              <a:spcBef>
                <a:spcPts val="330"/>
              </a:spcBef>
            </a:pP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Air-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Gapped</a:t>
            </a:r>
            <a:r>
              <a:rPr sz="11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Intranet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BLE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/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LoRa</a:t>
            </a:r>
            <a:r>
              <a:rPr sz="11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Protocol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No</a:t>
            </a:r>
            <a:r>
              <a:rPr sz="11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Internet</a:t>
            </a:r>
            <a:r>
              <a:rPr sz="1100" spc="-20" dirty="0">
                <a:solidFill>
                  <a:srgbClr val="A1A1AA"/>
                </a:solidFill>
                <a:latin typeface="Arial MT"/>
                <a:cs typeface="Arial MT"/>
              </a:rPr>
              <a:t> Gateway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2762" y="1871979"/>
            <a:ext cx="2714625" cy="148971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Times New Roman"/>
              <a:cs typeface="Times New Roman"/>
            </a:endParaRPr>
          </a:p>
          <a:p>
            <a:pPr marL="387985">
              <a:lnSpc>
                <a:spcPct val="100000"/>
              </a:lnSpc>
            </a:pPr>
            <a:r>
              <a:rPr sz="1600" b="1" dirty="0">
                <a:solidFill>
                  <a:srgbClr val="A1A1AA"/>
                </a:solidFill>
                <a:latin typeface="Arial"/>
                <a:cs typeface="Arial"/>
              </a:rPr>
              <a:t>3.</a:t>
            </a:r>
            <a:r>
              <a:rPr sz="1600" b="1" spc="18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A1A1AA"/>
                </a:solidFill>
                <a:latin typeface="Arial"/>
                <a:cs typeface="Arial"/>
              </a:rPr>
              <a:t>COMMAND</a:t>
            </a:r>
            <a:r>
              <a:rPr sz="1600" b="1" spc="18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A1A1AA"/>
                </a:solidFill>
                <a:latin typeface="Arial"/>
                <a:cs typeface="Arial"/>
              </a:rPr>
              <a:t>HUB</a:t>
            </a:r>
            <a:endParaRPr sz="1600">
              <a:latin typeface="Arial"/>
              <a:cs typeface="Arial"/>
            </a:endParaRPr>
          </a:p>
          <a:p>
            <a:pPr marL="619125" marR="612140" indent="635" algn="ctr">
              <a:lnSpc>
                <a:spcPct val="125000"/>
              </a:lnSpc>
              <a:spcBef>
                <a:spcPts val="330"/>
              </a:spcBef>
            </a:pP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Proxmox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Virtual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 Server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React</a:t>
            </a:r>
            <a:r>
              <a:rPr sz="11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Dashboard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Offline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Analytics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Engine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9524" y="4051373"/>
            <a:ext cx="923353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 marR="424180">
              <a:lnSpc>
                <a:spcPct val="125000"/>
              </a:lnSpc>
              <a:spcBef>
                <a:spcPts val="100"/>
              </a:spcBef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The</a:t>
            </a:r>
            <a:r>
              <a:rPr sz="1300" b="1" spc="-3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Secure</a:t>
            </a:r>
            <a:r>
              <a:rPr sz="1300" b="1" spc="-3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Loop:</a:t>
            </a:r>
            <a:r>
              <a:rPr sz="1300" b="1" spc="-3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generated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edge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destroyed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edge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post-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inference.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Only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high-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level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mathematical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anomaly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scores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traverse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isolated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mesh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network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reach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local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command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hub.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892499" y="7014329"/>
            <a:ext cx="1092200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09 of 30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FFFFF"/>
                </a:solidFill>
                <a:latin typeface="Arial MT"/>
                <a:cs typeface="Arial MT"/>
              </a:rPr>
              <a:t>Hardware</a:t>
            </a:r>
            <a:r>
              <a:rPr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45" dirty="0">
                <a:solidFill>
                  <a:srgbClr val="FFFFFF"/>
                </a:solidFill>
                <a:latin typeface="Arial MT"/>
                <a:cs typeface="Arial MT"/>
              </a:rPr>
              <a:t>Stack:</a:t>
            </a:r>
            <a:r>
              <a:rPr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35" dirty="0">
                <a:latin typeface="Arial"/>
                <a:cs typeface="Arial"/>
              </a:rPr>
              <a:t>Compute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&amp;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Vitals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762" y="1264919"/>
            <a:ext cx="4346575" cy="3471545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5"/>
              </a:spcBef>
            </a:pP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THE</a:t>
            </a:r>
            <a:r>
              <a:rPr sz="1600" b="1" spc="16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0FB880"/>
                </a:solidFill>
                <a:latin typeface="Arial"/>
                <a:cs typeface="Arial"/>
              </a:rPr>
              <a:t>BRAIN</a:t>
            </a:r>
            <a:r>
              <a:rPr sz="1600" b="1" spc="16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(COMPUTE)</a:t>
            </a:r>
            <a:endParaRPr sz="1600">
              <a:latin typeface="Arial"/>
              <a:cs typeface="Arial"/>
            </a:endParaRPr>
          </a:p>
          <a:p>
            <a:pPr marL="292735" marR="347980">
              <a:lnSpc>
                <a:spcPct val="125000"/>
              </a:lnSpc>
              <a:spcBef>
                <a:spcPts val="545"/>
              </a:spcBef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Nordic</a:t>
            </a:r>
            <a:r>
              <a:rPr sz="1300" b="1" spc="-3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nRF5340</a:t>
            </a:r>
            <a:r>
              <a:rPr sz="1300" b="1" spc="-3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Dual-Core</a:t>
            </a:r>
            <a:r>
              <a:rPr sz="1300" b="1" spc="-3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SoC:</a:t>
            </a:r>
            <a:r>
              <a:rPr sz="1300" b="1" spc="-2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Features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a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dedicated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application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core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optimized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DSP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and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running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TensorFlow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Lite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Microcontrollers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engine,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alongside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separate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network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core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BLE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communications.</a:t>
            </a:r>
            <a:endParaRPr sz="1300">
              <a:latin typeface="Arial MT"/>
              <a:cs typeface="Arial MT"/>
            </a:endParaRPr>
          </a:p>
          <a:p>
            <a:pPr marL="292735" marR="379095">
              <a:lnSpc>
                <a:spcPct val="125000"/>
              </a:lnSpc>
              <a:spcBef>
                <a:spcPts val="1425"/>
              </a:spcBef>
            </a:pP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Engineering</a:t>
            </a:r>
            <a:r>
              <a:rPr sz="1300" i="1" spc="-2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Rationale:</a:t>
            </a:r>
            <a:r>
              <a:rPr sz="1300" i="1" spc="-2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Physical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separation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of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cores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ensures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that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executing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intensive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AI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matrix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multiplications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does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not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block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delay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continuous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transmission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of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critical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safety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beacons.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0762" y="1264919"/>
            <a:ext cx="4346575" cy="3719195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5"/>
              </a:spcBef>
            </a:pPr>
            <a:r>
              <a:rPr sz="1600" b="1" spc="50" dirty="0">
                <a:solidFill>
                  <a:srgbClr val="0FB880"/>
                </a:solidFill>
                <a:latin typeface="Arial"/>
                <a:cs typeface="Arial"/>
              </a:rPr>
              <a:t>PHYSIOLOGICAL</a:t>
            </a:r>
            <a:r>
              <a:rPr sz="1600" b="1" spc="15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0FB880"/>
                </a:solidFill>
                <a:latin typeface="Arial"/>
                <a:cs typeface="Arial"/>
              </a:rPr>
              <a:t>SENSING</a:t>
            </a:r>
            <a:endParaRPr sz="1600">
              <a:latin typeface="Arial"/>
              <a:cs typeface="Arial"/>
            </a:endParaRPr>
          </a:p>
          <a:p>
            <a:pPr marL="292735" marR="335280">
              <a:lnSpc>
                <a:spcPct val="125000"/>
              </a:lnSpc>
              <a:spcBef>
                <a:spcPts val="545"/>
              </a:spcBef>
            </a:pPr>
            <a:r>
              <a:rPr sz="1300" b="1" spc="-25" dirty="0">
                <a:solidFill>
                  <a:srgbClr val="E4E4E6"/>
                </a:solidFill>
                <a:latin typeface="Arial"/>
                <a:cs typeface="Arial"/>
              </a:rPr>
              <a:t>Texas</a:t>
            </a:r>
            <a:r>
              <a:rPr sz="1300" b="1" spc="-6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Instruments</a:t>
            </a:r>
            <a:r>
              <a:rPr sz="1300" b="1" spc="-5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AFE</a:t>
            </a:r>
            <a:r>
              <a:rPr sz="1300" b="1" spc="-5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(Analog</a:t>
            </a:r>
            <a:r>
              <a:rPr sz="1300" b="1" spc="-5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Front</a:t>
            </a:r>
            <a:r>
              <a:rPr sz="1300" b="1" spc="-5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End):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Ultra-low-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power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module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specifically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designed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for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continuous,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clinical-grade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ECG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accurate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Heart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Rate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Variability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(HRV)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capture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electrically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noisy environments.</a:t>
            </a:r>
            <a:endParaRPr sz="1300">
              <a:latin typeface="Arial MT"/>
              <a:cs typeface="Arial MT"/>
            </a:endParaRPr>
          </a:p>
          <a:p>
            <a:pPr marL="292735" marR="509270">
              <a:lnSpc>
                <a:spcPct val="125000"/>
              </a:lnSpc>
              <a:spcBef>
                <a:spcPts val="1425"/>
              </a:spcBef>
            </a:pP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Engineering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Rationale: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Standard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optical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PPG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sensors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(green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lights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commercial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smartwatches)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fail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dark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skin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tones,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tattoos,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or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sweaty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wrists.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AFE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provides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raw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electrical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bio-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potential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ensuring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deterministic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accuracy.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10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FFFFF"/>
                </a:solidFill>
                <a:latin typeface="Arial MT"/>
                <a:cs typeface="Arial MT"/>
              </a:rPr>
              <a:t>Hardware</a:t>
            </a:r>
            <a:r>
              <a:rPr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45" dirty="0">
                <a:solidFill>
                  <a:srgbClr val="FFFFFF"/>
                </a:solidFill>
                <a:latin typeface="Arial MT"/>
                <a:cs typeface="Arial MT"/>
              </a:rPr>
              <a:t>Stack:</a:t>
            </a:r>
            <a:r>
              <a:rPr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45" dirty="0">
                <a:latin typeface="Arial"/>
                <a:cs typeface="Arial"/>
              </a:rPr>
              <a:t>Context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&amp;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Environment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762" y="1264919"/>
            <a:ext cx="4346575" cy="3471545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5"/>
              </a:spcBef>
            </a:pP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KINEMATIC</a:t>
            </a:r>
            <a:r>
              <a:rPr sz="1600" b="1" spc="16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0FB880"/>
                </a:solidFill>
                <a:latin typeface="Arial"/>
                <a:cs typeface="Arial"/>
              </a:rPr>
              <a:t>SENSING</a:t>
            </a:r>
            <a:endParaRPr sz="1600">
              <a:latin typeface="Arial"/>
              <a:cs typeface="Arial"/>
            </a:endParaRPr>
          </a:p>
          <a:p>
            <a:pPr marL="292735" marR="371475">
              <a:lnSpc>
                <a:spcPct val="125000"/>
              </a:lnSpc>
              <a:spcBef>
                <a:spcPts val="545"/>
              </a:spcBef>
            </a:pP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STMicroelectronics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 IMU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(6-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Axis):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High-precision accelerometer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gyroscope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constantly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mapping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worker's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spatial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orientation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movement vector.</a:t>
            </a:r>
            <a:endParaRPr sz="1300">
              <a:latin typeface="Arial MT"/>
              <a:cs typeface="Arial MT"/>
            </a:endParaRPr>
          </a:p>
          <a:p>
            <a:pPr marL="292735" marR="465455">
              <a:lnSpc>
                <a:spcPct val="125000"/>
              </a:lnSpc>
              <a:spcBef>
                <a:spcPts val="1425"/>
              </a:spcBef>
            </a:pP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Engineering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Rationale:</a:t>
            </a:r>
            <a:r>
              <a:rPr sz="1300" i="1" spc="-3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Heart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rate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alone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is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insufficient.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IMU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allows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AI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differentiate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between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exerting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effort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(heavy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swinging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labor)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versus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suffering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distress (staggering,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sudden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fall,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unnatural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immobility).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0762" y="1264919"/>
            <a:ext cx="4346575" cy="3471545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5"/>
              </a:spcBef>
            </a:pPr>
            <a:r>
              <a:rPr sz="1600" b="1" spc="60" dirty="0">
                <a:solidFill>
                  <a:srgbClr val="0FB880"/>
                </a:solidFill>
                <a:latin typeface="Arial"/>
                <a:cs typeface="Arial"/>
              </a:rPr>
              <a:t>AMBIENT</a:t>
            </a:r>
            <a:r>
              <a:rPr sz="1600" b="1" spc="15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0FB880"/>
                </a:solidFill>
                <a:latin typeface="Arial"/>
                <a:cs typeface="Arial"/>
              </a:rPr>
              <a:t>SENSORS</a:t>
            </a:r>
            <a:endParaRPr sz="1600">
              <a:latin typeface="Arial"/>
              <a:cs typeface="Arial"/>
            </a:endParaRPr>
          </a:p>
          <a:p>
            <a:pPr marL="292735" marR="531495">
              <a:lnSpc>
                <a:spcPct val="125000"/>
              </a:lnSpc>
              <a:spcBef>
                <a:spcPts val="545"/>
              </a:spcBef>
            </a:pP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Micro-Environmental</a:t>
            </a:r>
            <a:r>
              <a:rPr sz="1300" b="1" spc="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Tracking:</a:t>
            </a:r>
            <a:r>
              <a:rPr sz="1300" b="1" spc="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High-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accuracy temperature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humidity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sensors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tracking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localized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heat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index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directly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surrounding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worker's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body.</a:t>
            </a:r>
            <a:endParaRPr sz="1300">
              <a:latin typeface="Arial MT"/>
              <a:cs typeface="Arial MT"/>
            </a:endParaRPr>
          </a:p>
          <a:p>
            <a:pPr marL="292735" marR="411480">
              <a:lnSpc>
                <a:spcPct val="125000"/>
              </a:lnSpc>
              <a:spcBef>
                <a:spcPts val="1425"/>
              </a:spcBef>
            </a:pP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Engineering</a:t>
            </a:r>
            <a:r>
              <a:rPr sz="1300" i="1" spc="-3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Rationale:</a:t>
            </a:r>
            <a:r>
              <a:rPr sz="1300" i="1" spc="-2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factory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wall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thermostat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might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read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30°C,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but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micro-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climate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inside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a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worker's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heavy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protective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PPE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suit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next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boiler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might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lethal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45°C.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measure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*actual*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stress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exposure.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11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719999" y="1935149"/>
            <a:ext cx="9252585" cy="1008380"/>
            <a:chOff x="719999" y="1935149"/>
            <a:chExt cx="9252585" cy="1008380"/>
          </a:xfrm>
        </p:grpSpPr>
        <p:sp>
          <p:nvSpPr>
            <p:cNvPr id="3" name="object 3"/>
            <p:cNvSpPr/>
            <p:nvPr/>
          </p:nvSpPr>
          <p:spPr>
            <a:xfrm>
              <a:off x="719999" y="2933393"/>
              <a:ext cx="9252585" cy="9525"/>
            </a:xfrm>
            <a:custGeom>
              <a:avLst/>
              <a:gdLst/>
              <a:ahLst/>
              <a:cxnLst/>
              <a:rect l="l" t="t" r="r" b="b"/>
              <a:pathLst>
                <a:path w="9252585" h="9525">
                  <a:moveTo>
                    <a:pt x="9252000" y="9525"/>
                  </a:moveTo>
                  <a:lnTo>
                    <a:pt x="0" y="9525"/>
                  </a:lnTo>
                  <a:lnTo>
                    <a:pt x="38100" y="0"/>
                  </a:lnTo>
                  <a:lnTo>
                    <a:pt x="9242475" y="0"/>
                  </a:lnTo>
                  <a:lnTo>
                    <a:pt x="9252000" y="9525"/>
                  </a:lnTo>
                  <a:close/>
                </a:path>
              </a:pathLst>
            </a:custGeom>
            <a:solidFill>
              <a:srgbClr val="3F3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999" y="1935149"/>
              <a:ext cx="38100" cy="1008380"/>
            </a:xfrm>
            <a:custGeom>
              <a:avLst/>
              <a:gdLst/>
              <a:ahLst/>
              <a:cxnLst/>
              <a:rect l="l" t="t" r="r" b="b"/>
              <a:pathLst>
                <a:path w="38100" h="1008380">
                  <a:moveTo>
                    <a:pt x="0" y="1007769"/>
                  </a:moveTo>
                  <a:lnTo>
                    <a:pt x="0" y="0"/>
                  </a:lnTo>
                  <a:lnTo>
                    <a:pt x="38100" y="9525"/>
                  </a:lnTo>
                  <a:lnTo>
                    <a:pt x="38100" y="998244"/>
                  </a:lnTo>
                  <a:lnTo>
                    <a:pt x="0" y="100776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9988" y="1935156"/>
              <a:ext cx="9252585" cy="1008380"/>
            </a:xfrm>
            <a:custGeom>
              <a:avLst/>
              <a:gdLst/>
              <a:ahLst/>
              <a:cxnLst/>
              <a:rect l="l" t="t" r="r" b="b"/>
              <a:pathLst>
                <a:path w="9252585" h="1008380">
                  <a:moveTo>
                    <a:pt x="9252001" y="0"/>
                  </a:moveTo>
                  <a:lnTo>
                    <a:pt x="0" y="0"/>
                  </a:lnTo>
                  <a:lnTo>
                    <a:pt x="38100" y="9525"/>
                  </a:lnTo>
                  <a:lnTo>
                    <a:pt x="9242476" y="9525"/>
                  </a:lnTo>
                  <a:lnTo>
                    <a:pt x="9242476" y="998245"/>
                  </a:lnTo>
                  <a:lnTo>
                    <a:pt x="9252001" y="1007770"/>
                  </a:lnTo>
                  <a:lnTo>
                    <a:pt x="9252001" y="0"/>
                  </a:lnTo>
                  <a:close/>
                </a:path>
              </a:pathLst>
            </a:custGeom>
            <a:solidFill>
              <a:srgbClr val="3F3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FFFFFF"/>
                </a:solidFill>
                <a:latin typeface="Arial MT"/>
                <a:cs typeface="Arial MT"/>
              </a:rPr>
              <a:t>Algorithmic</a:t>
            </a:r>
            <a:r>
              <a:rPr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50" dirty="0">
                <a:solidFill>
                  <a:srgbClr val="FFFFFF"/>
                </a:solidFill>
                <a:latin typeface="Arial MT"/>
                <a:cs typeface="Arial MT"/>
              </a:rPr>
              <a:t>Logic:</a:t>
            </a:r>
            <a:r>
              <a:rPr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45" dirty="0">
                <a:latin typeface="Arial"/>
                <a:cs typeface="Arial"/>
              </a:rPr>
              <a:t>Deterministic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Sensor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Fusion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7299" y="1194151"/>
            <a:ext cx="908113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Traditional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wearables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trigger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false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alarms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relying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single,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static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thresholds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(e.g.,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Alert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if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&gt;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120).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VitalsGrid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employs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a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multi-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modal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mathematical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fusion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model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executing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natively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MCU.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2700" y="2189545"/>
            <a:ext cx="92557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A(t)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α</a:t>
            </a:r>
            <a:r>
              <a:rPr sz="22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sz="2200" i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ΔT</a:t>
            </a:r>
            <a:r>
              <a:rPr sz="2700" i="1" baseline="-27777" dirty="0">
                <a:solidFill>
                  <a:srgbClr val="FFFFFF"/>
                </a:solidFill>
                <a:latin typeface="Times New Roman"/>
                <a:cs typeface="Times New Roman"/>
              </a:rPr>
              <a:t>env</a:t>
            </a:r>
            <a:r>
              <a:rPr sz="2700" i="1" spc="112" baseline="-2777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β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sz="22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HRV)</a:t>
            </a:r>
            <a:r>
              <a:rPr sz="22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f(Jerk</a:t>
            </a:r>
            <a:r>
              <a:rPr sz="2700" i="1" spc="-15" baseline="-27777" dirty="0">
                <a:solidFill>
                  <a:srgbClr val="FFFFFF"/>
                </a:solidFill>
                <a:latin typeface="Times New Roman"/>
                <a:cs typeface="Times New Roman"/>
              </a:rPr>
              <a:t>motion</a:t>
            </a:r>
            <a:r>
              <a:rPr sz="22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8414" y="3231555"/>
            <a:ext cx="8495665" cy="916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A1A1AA"/>
                </a:solidFill>
                <a:latin typeface="Arial MT"/>
                <a:cs typeface="Arial MT"/>
              </a:rPr>
              <a:t>Where</a:t>
            </a:r>
            <a:r>
              <a:rPr sz="14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E4E4E6"/>
                </a:solidFill>
                <a:latin typeface="Arial"/>
                <a:cs typeface="Arial"/>
              </a:rPr>
              <a:t>A(t)</a:t>
            </a:r>
            <a:r>
              <a:rPr sz="1400" b="1" spc="-1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A1A1AA"/>
                </a:solidFill>
                <a:latin typeface="Arial MT"/>
                <a:cs typeface="Arial MT"/>
              </a:rPr>
              <a:t>represents</a:t>
            </a:r>
            <a:r>
              <a:rPr sz="14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4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0FB880"/>
                </a:solidFill>
                <a:latin typeface="Arial"/>
                <a:cs typeface="Arial"/>
              </a:rPr>
              <a:t>Imminent</a:t>
            </a:r>
            <a:r>
              <a:rPr sz="1400" b="1" spc="-1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B880"/>
                </a:solidFill>
                <a:latin typeface="Arial"/>
                <a:cs typeface="Arial"/>
              </a:rPr>
              <a:t>Collapse</a:t>
            </a:r>
            <a:r>
              <a:rPr sz="1400" b="1" spc="-1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B880"/>
                </a:solidFill>
                <a:latin typeface="Arial"/>
                <a:cs typeface="Arial"/>
              </a:rPr>
              <a:t>Anomaly</a:t>
            </a:r>
            <a:r>
              <a:rPr sz="1400" b="1" spc="-1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FB880"/>
                </a:solidFill>
                <a:latin typeface="Arial"/>
                <a:cs typeface="Arial"/>
              </a:rPr>
              <a:t>Score</a:t>
            </a:r>
            <a:r>
              <a:rPr sz="1400" b="1" spc="-1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A1A1AA"/>
                </a:solidFill>
                <a:latin typeface="Arial MT"/>
                <a:cs typeface="Arial MT"/>
              </a:rPr>
              <a:t>at</a:t>
            </a:r>
            <a:r>
              <a:rPr sz="14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A1A1AA"/>
                </a:solidFill>
                <a:latin typeface="Arial MT"/>
                <a:cs typeface="Arial MT"/>
              </a:rPr>
              <a:t>time</a:t>
            </a:r>
            <a:r>
              <a:rPr sz="14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400" i="1" spc="-25" dirty="0">
                <a:solidFill>
                  <a:srgbClr val="A1A1AA"/>
                </a:solidFill>
                <a:latin typeface="Arial"/>
                <a:cs typeface="Arial"/>
              </a:rPr>
              <a:t>t</a:t>
            </a:r>
            <a:r>
              <a:rPr sz="1400" spc="-25" dirty="0">
                <a:solidFill>
                  <a:srgbClr val="A1A1AA"/>
                </a:solidFill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12700" marR="5080" algn="ctr">
              <a:lnSpc>
                <a:spcPct val="125000"/>
              </a:lnSpc>
              <a:spcBef>
                <a:spcPts val="143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This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multivariate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approach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mathematically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contextualizes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heart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stress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with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environmental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physical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exertion,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drastically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reducing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false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positives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while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detecting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compound,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cascading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health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failures.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12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/>
          <p:cNvSpPr/>
          <p:nvPr/>
        </p:nvSpPr>
        <p:spPr>
          <a:xfrm>
            <a:off x="719988" y="2365013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1" y="0"/>
                </a:moveTo>
                <a:lnTo>
                  <a:pt x="1850402" y="0"/>
                </a:lnTo>
                <a:lnTo>
                  <a:pt x="0" y="0"/>
                </a:lnTo>
                <a:lnTo>
                  <a:pt x="0" y="9525"/>
                </a:lnTo>
                <a:lnTo>
                  <a:pt x="1850402" y="9525"/>
                </a:lnTo>
                <a:lnTo>
                  <a:pt x="9252001" y="9525"/>
                </a:lnTo>
                <a:lnTo>
                  <a:pt x="9252001" y="0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9988" y="3210795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1" y="0"/>
                </a:moveTo>
                <a:lnTo>
                  <a:pt x="1850402" y="0"/>
                </a:lnTo>
                <a:lnTo>
                  <a:pt x="0" y="0"/>
                </a:lnTo>
                <a:lnTo>
                  <a:pt x="0" y="9525"/>
                </a:lnTo>
                <a:lnTo>
                  <a:pt x="1850402" y="9525"/>
                </a:lnTo>
                <a:lnTo>
                  <a:pt x="9252001" y="9525"/>
                </a:lnTo>
                <a:lnTo>
                  <a:pt x="9252001" y="0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9988" y="408371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1" y="0"/>
                </a:moveTo>
                <a:lnTo>
                  <a:pt x="1850402" y="0"/>
                </a:lnTo>
                <a:lnTo>
                  <a:pt x="0" y="0"/>
                </a:lnTo>
                <a:lnTo>
                  <a:pt x="0" y="9525"/>
                </a:lnTo>
                <a:lnTo>
                  <a:pt x="1850402" y="9525"/>
                </a:lnTo>
                <a:lnTo>
                  <a:pt x="9252001" y="9525"/>
                </a:lnTo>
                <a:lnTo>
                  <a:pt x="9252001" y="0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9988" y="4828229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1" y="0"/>
                </a:moveTo>
                <a:lnTo>
                  <a:pt x="1850402" y="0"/>
                </a:lnTo>
                <a:lnTo>
                  <a:pt x="0" y="0"/>
                </a:lnTo>
                <a:lnTo>
                  <a:pt x="0" y="9525"/>
                </a:lnTo>
                <a:lnTo>
                  <a:pt x="1850402" y="9525"/>
                </a:lnTo>
                <a:lnTo>
                  <a:pt x="9252001" y="9525"/>
                </a:lnTo>
                <a:lnTo>
                  <a:pt x="9252001" y="0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FFFFFF"/>
                </a:solidFill>
                <a:latin typeface="Arial MT"/>
                <a:cs typeface="Arial MT"/>
              </a:rPr>
              <a:t>Deep</a:t>
            </a:r>
            <a:r>
              <a:rPr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55" dirty="0">
                <a:solidFill>
                  <a:srgbClr val="FFFFFF"/>
                </a:solidFill>
                <a:latin typeface="Arial MT"/>
                <a:cs typeface="Arial MT"/>
              </a:rPr>
              <a:t>Dive:</a:t>
            </a:r>
            <a:r>
              <a:rPr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45" dirty="0">
                <a:latin typeface="Arial"/>
                <a:cs typeface="Arial"/>
              </a:rPr>
              <a:t>Mathematical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spc="-55" dirty="0">
                <a:latin typeface="Arial"/>
                <a:cs typeface="Arial"/>
              </a:rPr>
              <a:t>Weights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&amp;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Activation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7299" y="1243681"/>
            <a:ext cx="45796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How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Edge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MCU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computes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Anomaly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Score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real-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time: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7300" y="1887328"/>
            <a:ext cx="12934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dirty="0">
                <a:solidFill>
                  <a:srgbClr val="0FB880"/>
                </a:solidFill>
                <a:latin typeface="Times New Roman"/>
                <a:cs typeface="Times New Roman"/>
              </a:rPr>
              <a:t>α,</a:t>
            </a:r>
            <a:r>
              <a:rPr sz="1500" b="1" i="1" spc="-5" dirty="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0FB880"/>
                </a:solidFill>
                <a:latin typeface="Times New Roman"/>
                <a:cs typeface="Times New Roman"/>
              </a:rPr>
              <a:t>β, γ</a:t>
            </a:r>
            <a:r>
              <a:rPr sz="1500" b="1" i="1" spc="-5" dirty="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0FB880"/>
                </a:solidFill>
                <a:latin typeface="Times New Roman"/>
                <a:cs typeface="Times New Roman"/>
              </a:rPr>
              <a:t>(Weights)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7699" y="1811782"/>
            <a:ext cx="6741159" cy="3746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350"/>
              </a:spcBef>
            </a:pPr>
            <a:r>
              <a:rPr sz="1250" b="1" dirty="0">
                <a:solidFill>
                  <a:srgbClr val="E4E4E6"/>
                </a:solidFill>
                <a:latin typeface="Arial"/>
                <a:cs typeface="Arial"/>
              </a:rPr>
              <a:t>Dynamic</a:t>
            </a:r>
            <a:r>
              <a:rPr sz="125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E4E4E6"/>
                </a:solidFill>
                <a:latin typeface="Arial"/>
                <a:cs typeface="Arial"/>
              </a:rPr>
              <a:t>Baseline</a:t>
            </a:r>
            <a:r>
              <a:rPr sz="125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E4E4E6"/>
                </a:solidFill>
                <a:latin typeface="Arial"/>
                <a:cs typeface="Arial"/>
              </a:rPr>
              <a:t>Calibration:</a:t>
            </a:r>
            <a:r>
              <a:rPr sz="1250" b="1" spc="-5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These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are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not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hardcoded.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MCU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calibrates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these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weights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during</a:t>
            </a:r>
            <a:r>
              <a:rPr sz="125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first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10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minutes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of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worker's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shift,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establishing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personalized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physiological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baseline.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7300" y="2653735"/>
            <a:ext cx="10350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dirty="0">
                <a:solidFill>
                  <a:srgbClr val="0FB880"/>
                </a:solidFill>
                <a:latin typeface="Times New Roman"/>
                <a:cs typeface="Times New Roman"/>
              </a:rPr>
              <a:t>β</a:t>
            </a:r>
            <a:r>
              <a:rPr sz="1500" b="1" i="1" spc="-10" dirty="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0FB880"/>
                </a:solidFill>
                <a:latin typeface="Times New Roman"/>
                <a:cs typeface="Times New Roman"/>
              </a:rPr>
              <a:t>· (1</a:t>
            </a:r>
            <a:r>
              <a:rPr sz="1500" b="1" i="1" spc="-5" dirty="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0FB880"/>
                </a:solidFill>
                <a:latin typeface="Times New Roman"/>
                <a:cs typeface="Times New Roman"/>
              </a:rPr>
              <a:t>/ </a:t>
            </a:r>
            <a:r>
              <a:rPr sz="1500" b="1" i="1" spc="-20" dirty="0">
                <a:solidFill>
                  <a:srgbClr val="0FB880"/>
                </a:solidFill>
                <a:latin typeface="Times New Roman"/>
                <a:cs typeface="Times New Roman"/>
              </a:rPr>
              <a:t>HRV)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37699" y="2498813"/>
            <a:ext cx="6795770" cy="5334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350"/>
              </a:spcBef>
            </a:pPr>
            <a:r>
              <a:rPr sz="1250" b="1" spc="-10" dirty="0">
                <a:solidFill>
                  <a:srgbClr val="E4E4E6"/>
                </a:solidFill>
                <a:latin typeface="Arial"/>
                <a:cs typeface="Arial"/>
              </a:rPr>
              <a:t>Cardiovascular</a:t>
            </a:r>
            <a:r>
              <a:rPr sz="1250" b="1" spc="-3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E4E4E6"/>
                </a:solidFill>
                <a:latin typeface="Arial"/>
                <a:cs typeface="Arial"/>
              </a:rPr>
              <a:t>Load:</a:t>
            </a:r>
            <a:r>
              <a:rPr sz="1250" b="1" spc="-3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Heart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Rate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Variability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(HRV)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drops</a:t>
            </a:r>
            <a:r>
              <a:rPr sz="125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severely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when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autonomic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nervous system</a:t>
            </a:r>
            <a:r>
              <a:rPr sz="125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under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distress.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Using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inverse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(1/HRV)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ensures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that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decreasing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HRV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exponentially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drives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risk</a:t>
            </a:r>
            <a:r>
              <a:rPr sz="125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score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upward.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7300" y="3468194"/>
            <a:ext cx="723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dirty="0">
                <a:solidFill>
                  <a:srgbClr val="0FB880"/>
                </a:solidFill>
                <a:latin typeface="Times New Roman"/>
                <a:cs typeface="Times New Roman"/>
              </a:rPr>
              <a:t>γ</a:t>
            </a:r>
            <a:r>
              <a:rPr sz="1500" b="1" i="1" spc="-5" dirty="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r>
              <a:rPr sz="1500" b="1" i="1" dirty="0">
                <a:solidFill>
                  <a:srgbClr val="0FB880"/>
                </a:solidFill>
                <a:latin typeface="Times New Roman"/>
                <a:cs typeface="Times New Roman"/>
              </a:rPr>
              <a:t>·</a:t>
            </a:r>
            <a:r>
              <a:rPr sz="1500" b="1" i="1" spc="-5" dirty="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r>
              <a:rPr sz="1500" b="1" i="1" spc="-10" dirty="0">
                <a:solidFill>
                  <a:srgbClr val="0FB880"/>
                </a:solidFill>
                <a:latin typeface="Times New Roman"/>
                <a:cs typeface="Times New Roman"/>
              </a:rPr>
              <a:t>f(Jerk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5489" y="3567254"/>
            <a:ext cx="553720" cy="2451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00" b="1" i="1" spc="-10" dirty="0">
                <a:solidFill>
                  <a:srgbClr val="0FB880"/>
                </a:solidFill>
                <a:latin typeface="Times New Roman"/>
                <a:cs typeface="Times New Roman"/>
              </a:rPr>
              <a:t>motion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13959" y="3468194"/>
            <a:ext cx="88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spc="-50" dirty="0">
                <a:solidFill>
                  <a:srgbClr val="0FB880"/>
                </a:solidFill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7699" y="3371740"/>
            <a:ext cx="6887209" cy="5334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350"/>
              </a:spcBef>
            </a:pPr>
            <a:r>
              <a:rPr sz="1250" b="1" dirty="0">
                <a:solidFill>
                  <a:srgbClr val="E4E4E6"/>
                </a:solidFill>
                <a:latin typeface="Arial"/>
                <a:cs typeface="Arial"/>
              </a:rPr>
              <a:t>Kinematic</a:t>
            </a:r>
            <a:r>
              <a:rPr sz="1250" b="1" spc="-5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E4E4E6"/>
                </a:solidFill>
                <a:latin typeface="Arial"/>
                <a:cs typeface="Arial"/>
              </a:rPr>
              <a:t>Jerk</a:t>
            </a:r>
            <a:r>
              <a:rPr sz="125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E4E4E6"/>
                </a:solidFill>
                <a:latin typeface="Arial"/>
                <a:cs typeface="Arial"/>
              </a:rPr>
              <a:t>Analysis:</a:t>
            </a:r>
            <a:r>
              <a:rPr sz="125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Rather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than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just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speed,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MCU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calculates</a:t>
            </a:r>
            <a:r>
              <a:rPr sz="125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i="1" dirty="0">
                <a:solidFill>
                  <a:srgbClr val="A1A1AA"/>
                </a:solidFill>
                <a:latin typeface="Arial"/>
                <a:cs typeface="Arial"/>
              </a:rPr>
              <a:t>Jerk</a:t>
            </a:r>
            <a:r>
              <a:rPr sz="125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(the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rate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of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change</a:t>
            </a:r>
            <a:r>
              <a:rPr sz="125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of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acceleration).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High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sudden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jerk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indicates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fall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impact,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while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zero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jerk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combined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with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low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HRV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indicates</a:t>
            </a:r>
            <a:r>
              <a:rPr sz="1250" spc="-8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unconsciousness.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7300" y="4321808"/>
            <a:ext cx="10890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i="1" dirty="0">
                <a:solidFill>
                  <a:srgbClr val="0FB880"/>
                </a:solidFill>
                <a:latin typeface="Times New Roman"/>
                <a:cs typeface="Times New Roman"/>
              </a:rPr>
              <a:t>Threshold</a:t>
            </a:r>
            <a:r>
              <a:rPr sz="1500" b="1" i="1" spc="-65" dirty="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r>
              <a:rPr sz="1500" b="1" i="1" spc="-25" dirty="0">
                <a:solidFill>
                  <a:srgbClr val="0FB880"/>
                </a:solidFill>
                <a:latin typeface="Times New Roman"/>
                <a:cs typeface="Times New Roman"/>
              </a:rPr>
              <a:t>(τ)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7699" y="4271502"/>
            <a:ext cx="6870065" cy="3784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325"/>
              </a:spcBef>
            </a:pPr>
            <a:r>
              <a:rPr sz="1250" b="1" spc="-10" dirty="0">
                <a:solidFill>
                  <a:srgbClr val="E4E4E6"/>
                </a:solidFill>
                <a:latin typeface="Arial"/>
                <a:cs typeface="Arial"/>
              </a:rPr>
              <a:t>Activation </a:t>
            </a:r>
            <a:r>
              <a:rPr sz="1250" b="1" dirty="0">
                <a:solidFill>
                  <a:srgbClr val="E4E4E6"/>
                </a:solidFill>
                <a:latin typeface="Arial"/>
                <a:cs typeface="Arial"/>
              </a:rPr>
              <a:t>Function:</a:t>
            </a:r>
            <a:r>
              <a:rPr sz="1250" b="1" spc="-1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 system evaluates:</a:t>
            </a:r>
            <a:r>
              <a:rPr sz="125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Courier New"/>
                <a:cs typeface="Courier New"/>
              </a:rPr>
              <a:t>if</a:t>
            </a:r>
            <a:r>
              <a:rPr sz="1250" spc="-20" dirty="0">
                <a:solidFill>
                  <a:srgbClr val="A1A1AA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A1A1AA"/>
                </a:solidFill>
                <a:latin typeface="Courier New"/>
                <a:cs typeface="Courier New"/>
              </a:rPr>
              <a:t>A(t)</a:t>
            </a:r>
            <a:r>
              <a:rPr sz="1250" spc="-25" dirty="0">
                <a:solidFill>
                  <a:srgbClr val="A1A1AA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A1A1AA"/>
                </a:solidFill>
                <a:latin typeface="Courier New"/>
                <a:cs typeface="Courier New"/>
              </a:rPr>
              <a:t>&gt;</a:t>
            </a:r>
            <a:r>
              <a:rPr sz="1250" spc="-25" dirty="0">
                <a:solidFill>
                  <a:srgbClr val="A1A1AA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A1A1AA"/>
                </a:solidFill>
                <a:latin typeface="Courier New"/>
                <a:cs typeface="Courier New"/>
              </a:rPr>
              <a:t>τ_{critical}</a:t>
            </a:r>
            <a:r>
              <a:rPr sz="1250" spc="-25" dirty="0">
                <a:solidFill>
                  <a:srgbClr val="A1A1AA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Courier New"/>
                <a:cs typeface="Courier New"/>
              </a:rPr>
              <a:t>trigger_alert()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.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This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occurs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locally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milliseconds,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bypassing</a:t>
            </a:r>
            <a:r>
              <a:rPr sz="125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A1A1AA"/>
                </a:solidFill>
                <a:latin typeface="Arial MT"/>
                <a:cs typeface="Arial MT"/>
              </a:rPr>
              <a:t>network</a:t>
            </a:r>
            <a:r>
              <a:rPr sz="125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A1A1AA"/>
                </a:solidFill>
                <a:latin typeface="Arial MT"/>
                <a:cs typeface="Arial MT"/>
              </a:rPr>
              <a:t>latency.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13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719999" y="4213095"/>
            <a:ext cx="9252585" cy="1367155"/>
            <a:chOff x="719999" y="4213095"/>
            <a:chExt cx="9252585" cy="1367155"/>
          </a:xfrm>
        </p:grpSpPr>
        <p:sp>
          <p:nvSpPr>
            <p:cNvPr id="3" name="object 3"/>
            <p:cNvSpPr/>
            <p:nvPr/>
          </p:nvSpPr>
          <p:spPr>
            <a:xfrm>
              <a:off x="719999" y="4213096"/>
              <a:ext cx="9252585" cy="1367155"/>
            </a:xfrm>
            <a:custGeom>
              <a:avLst/>
              <a:gdLst/>
              <a:ahLst/>
              <a:cxnLst/>
              <a:rect l="l" t="t" r="r" b="b"/>
              <a:pathLst>
                <a:path w="9252585" h="1367154">
                  <a:moveTo>
                    <a:pt x="9252000" y="1366575"/>
                  </a:moveTo>
                  <a:lnTo>
                    <a:pt x="0" y="1366575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52000" y="1366575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988" y="4213104"/>
              <a:ext cx="9252585" cy="1367155"/>
            </a:xfrm>
            <a:custGeom>
              <a:avLst/>
              <a:gdLst/>
              <a:ahLst/>
              <a:cxnLst/>
              <a:rect l="l" t="t" r="r" b="b"/>
              <a:pathLst>
                <a:path w="9252585" h="1367154">
                  <a:moveTo>
                    <a:pt x="9252001" y="0"/>
                  </a:moveTo>
                  <a:lnTo>
                    <a:pt x="9242476" y="38100"/>
                  </a:lnTo>
                  <a:lnTo>
                    <a:pt x="9242476" y="1357045"/>
                  </a:lnTo>
                  <a:lnTo>
                    <a:pt x="9525" y="1357045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1366570"/>
                  </a:lnTo>
                  <a:lnTo>
                    <a:pt x="9252001" y="1366570"/>
                  </a:lnTo>
                  <a:lnTo>
                    <a:pt x="9252001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000" y="4213095"/>
              <a:ext cx="9252585" cy="38100"/>
            </a:xfrm>
            <a:custGeom>
              <a:avLst/>
              <a:gdLst/>
              <a:ahLst/>
              <a:cxnLst/>
              <a:rect l="l" t="t" r="r" b="b"/>
              <a:pathLst>
                <a:path w="9252585" h="38100">
                  <a:moveTo>
                    <a:pt x="9242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42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FFFFFF"/>
                </a:solidFill>
                <a:latin typeface="Arial MT"/>
                <a:cs typeface="Arial MT"/>
              </a:rPr>
              <a:t>Local</a:t>
            </a:r>
            <a:r>
              <a:rPr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50" dirty="0">
                <a:solidFill>
                  <a:srgbClr val="FFFFFF"/>
                </a:solidFill>
                <a:latin typeface="Arial MT"/>
                <a:cs typeface="Arial MT"/>
              </a:rPr>
              <a:t>Infrastructure:</a:t>
            </a:r>
            <a:r>
              <a:rPr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10" dirty="0">
                <a:latin typeface="Arial"/>
                <a:cs typeface="Arial"/>
              </a:rPr>
              <a:t>The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Command</a:t>
            </a:r>
            <a:r>
              <a:rPr b="1" spc="-10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Hub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4762" y="1264919"/>
            <a:ext cx="4346575" cy="254762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5"/>
              </a:spcBef>
            </a:pPr>
            <a:r>
              <a:rPr sz="1600" b="1" spc="50" dirty="0">
                <a:solidFill>
                  <a:srgbClr val="0FB880"/>
                </a:solidFill>
                <a:latin typeface="Arial"/>
                <a:cs typeface="Arial"/>
              </a:rPr>
              <a:t>EDGE</a:t>
            </a:r>
            <a:r>
              <a:rPr sz="1600" b="1" spc="18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AI</a:t>
            </a:r>
            <a:r>
              <a:rPr sz="1600" b="1" spc="18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0FB880"/>
                </a:solidFill>
                <a:latin typeface="Arial"/>
                <a:cs typeface="Arial"/>
              </a:rPr>
              <a:t>PIPELINE</a:t>
            </a:r>
            <a:r>
              <a:rPr sz="1600" b="1" spc="18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(SOFTWARE)</a:t>
            </a:r>
            <a:endParaRPr sz="1600">
              <a:latin typeface="Arial"/>
              <a:cs typeface="Arial"/>
            </a:endParaRPr>
          </a:p>
          <a:p>
            <a:pPr marL="292735" marR="290195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Built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using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b="1" spc="-20" dirty="0">
                <a:solidFill>
                  <a:srgbClr val="E4E4E6"/>
                </a:solidFill>
                <a:latin typeface="Arial"/>
                <a:cs typeface="Arial"/>
              </a:rPr>
              <a:t>TensorFlow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Lite</a:t>
            </a:r>
            <a:r>
              <a:rPr sz="1300" b="1" spc="-2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for</a:t>
            </a:r>
            <a:r>
              <a:rPr sz="1300" b="1" spc="-2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Microcontrollers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(TFLM)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.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model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trained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centrally,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quantized</a:t>
            </a:r>
            <a:r>
              <a:rPr sz="1300" spc="50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INT8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(reducing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precision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minimal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memory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footprint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without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losing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predictive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accuracy),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and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flashed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directly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via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firmware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MCU.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Pure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rapid inference.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0762" y="1264919"/>
            <a:ext cx="4346575" cy="254762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5"/>
              </a:spcBef>
            </a:pP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BACKEND</a:t>
            </a:r>
            <a:r>
              <a:rPr sz="1600" b="1" spc="16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35" dirty="0">
                <a:solidFill>
                  <a:srgbClr val="0FB880"/>
                </a:solidFill>
                <a:latin typeface="Arial"/>
                <a:cs typeface="Arial"/>
              </a:rPr>
              <a:t>ISOLATION</a:t>
            </a:r>
            <a:endParaRPr sz="1600">
              <a:latin typeface="Arial"/>
              <a:cs typeface="Arial"/>
            </a:endParaRPr>
          </a:p>
          <a:p>
            <a:pPr marL="292735" marR="394970">
              <a:lnSpc>
                <a:spcPct val="125000"/>
              </a:lnSpc>
              <a:spcBef>
                <a:spcPts val="545"/>
              </a:spcBef>
            </a:pP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maintain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strict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air-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gapped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compliance,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backend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utilizes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Proxmox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VE</a:t>
            </a:r>
            <a:r>
              <a:rPr sz="1300" b="1" spc="-5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host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localized,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lightweight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virtual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Linux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servers.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This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ensures enterprise-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grade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redundancy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dashboard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without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ever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routing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traffic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through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external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ISP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Cloud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Provider.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9524" y="4473498"/>
            <a:ext cx="923353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 marR="676275">
              <a:lnSpc>
                <a:spcPct val="125000"/>
              </a:lnSpc>
              <a:spcBef>
                <a:spcPts val="100"/>
              </a:spcBef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The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Dashboard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UI:</a:t>
            </a:r>
            <a:r>
              <a:rPr sz="1300" b="1" spc="-5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highly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responsive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React.js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frontend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tailored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low-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light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control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rooms.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displays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color-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coded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topological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facility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maps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showing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status,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prioritizing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active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anomaly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alerts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over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raw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graphs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to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prevent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cognitive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overload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supervisors.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14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719999" y="4236719"/>
            <a:ext cx="9252585" cy="2485390"/>
            <a:chOff x="719999" y="4236719"/>
            <a:chExt cx="9252585" cy="2485390"/>
          </a:xfrm>
        </p:grpSpPr>
        <p:sp>
          <p:nvSpPr>
            <p:cNvPr id="3" name="object 3"/>
            <p:cNvSpPr/>
            <p:nvPr/>
          </p:nvSpPr>
          <p:spPr>
            <a:xfrm>
              <a:off x="719999" y="4237196"/>
              <a:ext cx="9252585" cy="2484755"/>
            </a:xfrm>
            <a:custGeom>
              <a:avLst/>
              <a:gdLst/>
              <a:ahLst/>
              <a:cxnLst/>
              <a:rect l="l" t="t" r="r" b="b"/>
              <a:pathLst>
                <a:path w="9252585" h="2484754">
                  <a:moveTo>
                    <a:pt x="9252000" y="2484425"/>
                  </a:moveTo>
                  <a:lnTo>
                    <a:pt x="0" y="2484425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52000" y="2484425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988" y="4236727"/>
              <a:ext cx="9252585" cy="2485390"/>
            </a:xfrm>
            <a:custGeom>
              <a:avLst/>
              <a:gdLst/>
              <a:ahLst/>
              <a:cxnLst/>
              <a:rect l="l" t="t" r="r" b="b"/>
              <a:pathLst>
                <a:path w="9252585" h="2485390">
                  <a:moveTo>
                    <a:pt x="9252001" y="0"/>
                  </a:moveTo>
                  <a:lnTo>
                    <a:pt x="9242476" y="0"/>
                  </a:lnTo>
                  <a:lnTo>
                    <a:pt x="9242476" y="10160"/>
                  </a:lnTo>
                  <a:lnTo>
                    <a:pt x="9242476" y="2475230"/>
                  </a:lnTo>
                  <a:lnTo>
                    <a:pt x="9525" y="2475230"/>
                  </a:lnTo>
                  <a:lnTo>
                    <a:pt x="9525" y="10160"/>
                  </a:lnTo>
                  <a:lnTo>
                    <a:pt x="9242476" y="10160"/>
                  </a:lnTo>
                  <a:lnTo>
                    <a:pt x="9242476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2475230"/>
                  </a:lnTo>
                  <a:lnTo>
                    <a:pt x="0" y="2485390"/>
                  </a:lnTo>
                  <a:lnTo>
                    <a:pt x="9252001" y="2485390"/>
                  </a:lnTo>
                  <a:lnTo>
                    <a:pt x="9252001" y="2475382"/>
                  </a:lnTo>
                  <a:lnTo>
                    <a:pt x="9252001" y="2475230"/>
                  </a:lnTo>
                  <a:lnTo>
                    <a:pt x="9252001" y="10160"/>
                  </a:lnTo>
                  <a:lnTo>
                    <a:pt x="9252001" y="9994"/>
                  </a:lnTo>
                  <a:lnTo>
                    <a:pt x="9252001" y="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45525" y="5957321"/>
              <a:ext cx="8801100" cy="9525"/>
            </a:xfrm>
            <a:custGeom>
              <a:avLst/>
              <a:gdLst/>
              <a:ahLst/>
              <a:cxnLst/>
              <a:rect l="l" t="t" r="r" b="b"/>
              <a:pathLst>
                <a:path w="8801100" h="9525">
                  <a:moveTo>
                    <a:pt x="88009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8800950" y="0"/>
                  </a:lnTo>
                  <a:lnTo>
                    <a:pt x="8800950" y="9525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pc="-50" dirty="0">
                <a:solidFill>
                  <a:srgbClr val="FFFFFF"/>
                </a:solidFill>
                <a:latin typeface="Arial MT"/>
                <a:cs typeface="Arial MT"/>
              </a:rPr>
              <a:t>World</a:t>
            </a:r>
            <a:r>
              <a:rPr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45" dirty="0">
                <a:solidFill>
                  <a:srgbClr val="FFFFFF"/>
                </a:solidFill>
                <a:latin typeface="Arial MT"/>
                <a:cs typeface="Arial MT"/>
              </a:rPr>
              <a:t>Scenario:</a:t>
            </a:r>
            <a:r>
              <a:rPr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40" dirty="0">
                <a:latin typeface="Arial"/>
                <a:cs typeface="Arial"/>
              </a:rPr>
              <a:t>50.00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Hz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Power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Grid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03000" y="4688673"/>
            <a:ext cx="22987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10" dirty="0">
                <a:solidFill>
                  <a:srgbClr val="FFFFFF"/>
                </a:solidFill>
                <a:latin typeface="Courier New"/>
                <a:cs typeface="Courier New"/>
              </a:rPr>
              <a:t>50.00</a:t>
            </a:r>
            <a:endParaRPr sz="6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4208" y="5474072"/>
            <a:ext cx="17964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65" dirty="0">
                <a:solidFill>
                  <a:srgbClr val="0FB880"/>
                </a:solidFill>
                <a:latin typeface="Arial"/>
                <a:cs typeface="Arial"/>
              </a:rPr>
              <a:t>Hz</a:t>
            </a:r>
            <a:r>
              <a:rPr sz="1800" b="1" spc="30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800" b="1" spc="75" dirty="0">
                <a:solidFill>
                  <a:srgbClr val="0FB880"/>
                </a:solidFill>
                <a:latin typeface="Arial"/>
                <a:cs typeface="Arial"/>
              </a:rPr>
              <a:t>STANDARD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0229" y="6131215"/>
            <a:ext cx="35852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EMI</a:t>
            </a:r>
            <a:r>
              <a:rPr sz="11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filtering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handled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directly</a:t>
            </a:r>
            <a:r>
              <a:rPr sz="11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at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hardware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sensor</a:t>
            </a:r>
            <a:r>
              <a:rPr sz="11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level.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299" y="1192080"/>
            <a:ext cx="9127490" cy="278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60" dirty="0">
                <a:solidFill>
                  <a:srgbClr val="0FB880"/>
                </a:solidFill>
                <a:latin typeface="Arial"/>
                <a:cs typeface="Arial"/>
              </a:rPr>
              <a:t>HIGH-</a:t>
            </a: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VOLTAGE</a:t>
            </a:r>
            <a:r>
              <a:rPr sz="1600" b="1" spc="26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POWER</a:t>
            </a:r>
            <a:r>
              <a:rPr sz="1600" b="1" spc="26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0FB880"/>
                </a:solidFill>
                <a:latin typeface="Arial"/>
                <a:cs typeface="Arial"/>
              </a:rPr>
              <a:t>TRANSMISSION</a:t>
            </a:r>
            <a:endParaRPr sz="1600">
              <a:latin typeface="Arial"/>
              <a:cs typeface="Arial"/>
            </a:endParaRPr>
          </a:p>
          <a:p>
            <a:pPr marL="12700" marR="629920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technician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performing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maintenance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heavy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localized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power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grid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operating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strictly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50.00</a:t>
            </a:r>
            <a:r>
              <a:rPr sz="130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Hz</a:t>
            </a:r>
            <a:r>
              <a:rPr sz="130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frequency standard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.</a:t>
            </a:r>
            <a:endParaRPr sz="1300">
              <a:latin typeface="Arial MT"/>
              <a:cs typeface="Arial MT"/>
            </a:endParaRPr>
          </a:p>
          <a:p>
            <a:pPr marL="228600" marR="207645" indent="-104139">
              <a:lnSpc>
                <a:spcPct val="125000"/>
              </a:lnSpc>
              <a:spcBef>
                <a:spcPts val="1300"/>
              </a:spcBef>
              <a:buClr>
                <a:srgbClr val="A1A1AA"/>
              </a:buClr>
              <a:buFont typeface="Arial MT"/>
              <a:buChar char="•"/>
              <a:tabLst>
                <a:tab pos="228600" algn="l"/>
              </a:tabLst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The</a:t>
            </a:r>
            <a:r>
              <a:rPr sz="1300" b="1" spc="-5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Challenge: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Intense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electromagnetic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interference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(EMI)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corrupts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standard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sensors,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combined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with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extreme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outdoor heat.</a:t>
            </a:r>
            <a:endParaRPr sz="1300">
              <a:latin typeface="Arial MT"/>
              <a:cs typeface="Arial MT"/>
            </a:endParaRPr>
          </a:p>
          <a:p>
            <a:pPr marL="228600" marR="120650" indent="-104139">
              <a:lnSpc>
                <a:spcPct val="133000"/>
              </a:lnSpc>
              <a:spcBef>
                <a:spcPts val="1010"/>
              </a:spcBef>
              <a:buClr>
                <a:srgbClr val="A1A1AA"/>
              </a:buClr>
              <a:buFont typeface="Arial MT"/>
              <a:buChar char="•"/>
              <a:tabLst>
                <a:tab pos="228600" algn="l"/>
              </a:tabLst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The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Edge</a:t>
            </a:r>
            <a:r>
              <a:rPr sz="130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Action: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device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utilizes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hardware-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level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notch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filters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eliminate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50.00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Hz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EMI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noise,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maintaining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clean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ECG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readings.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ambient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spikes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HRV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drops,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AI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computes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crossing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of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threshold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i="1" spc="-25" dirty="0">
                <a:solidFill>
                  <a:srgbClr val="A1A1AA"/>
                </a:solidFill>
                <a:latin typeface="Arial"/>
                <a:cs typeface="Arial"/>
              </a:rPr>
              <a:t>τ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.</a:t>
            </a:r>
            <a:endParaRPr sz="1300">
              <a:latin typeface="Arial MT"/>
              <a:cs typeface="Arial MT"/>
            </a:endParaRPr>
          </a:p>
          <a:p>
            <a:pPr marL="228600" marR="5080" indent="-104139">
              <a:lnSpc>
                <a:spcPct val="125000"/>
              </a:lnSpc>
              <a:spcBef>
                <a:spcPts val="1135"/>
              </a:spcBef>
              <a:buClr>
                <a:srgbClr val="A1A1AA"/>
              </a:buClr>
              <a:buFont typeface="Arial MT"/>
              <a:buChar char="•"/>
              <a:tabLst>
                <a:tab pos="228600" algn="l"/>
              </a:tabLst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The</a:t>
            </a:r>
            <a:r>
              <a:rPr sz="1300" b="1" spc="-3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Result:</a:t>
            </a:r>
            <a:r>
              <a:rPr sz="1300" b="1" spc="-3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It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vibrates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aggressively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wrist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warn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of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impending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heatstroke,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while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simultaneously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alerting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supervisor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via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offline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beacon.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15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719999" y="2047499"/>
            <a:ext cx="9252585" cy="3913504"/>
            <a:chOff x="719999" y="2047499"/>
            <a:chExt cx="9252585" cy="3913504"/>
          </a:xfrm>
        </p:grpSpPr>
        <p:sp>
          <p:nvSpPr>
            <p:cNvPr id="3" name="object 3"/>
            <p:cNvSpPr/>
            <p:nvPr/>
          </p:nvSpPr>
          <p:spPr>
            <a:xfrm>
              <a:off x="719999" y="2047499"/>
              <a:ext cx="9252585" cy="3913504"/>
            </a:xfrm>
            <a:custGeom>
              <a:avLst/>
              <a:gdLst/>
              <a:ahLst/>
              <a:cxnLst/>
              <a:rect l="l" t="t" r="r" b="b"/>
              <a:pathLst>
                <a:path w="9252585" h="3913504">
                  <a:moveTo>
                    <a:pt x="9252000" y="3913397"/>
                  </a:moveTo>
                  <a:lnTo>
                    <a:pt x="0" y="3913397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52000" y="3913397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988" y="2047500"/>
              <a:ext cx="9252585" cy="3913504"/>
            </a:xfrm>
            <a:custGeom>
              <a:avLst/>
              <a:gdLst/>
              <a:ahLst/>
              <a:cxnLst/>
              <a:rect l="l" t="t" r="r" b="b"/>
              <a:pathLst>
                <a:path w="9252585" h="3913504">
                  <a:moveTo>
                    <a:pt x="9252001" y="0"/>
                  </a:moveTo>
                  <a:lnTo>
                    <a:pt x="9242476" y="38100"/>
                  </a:lnTo>
                  <a:lnTo>
                    <a:pt x="9242476" y="3903878"/>
                  </a:lnTo>
                  <a:lnTo>
                    <a:pt x="9525" y="3903878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3913403"/>
                  </a:lnTo>
                  <a:lnTo>
                    <a:pt x="9252001" y="3913403"/>
                  </a:lnTo>
                  <a:lnTo>
                    <a:pt x="9252001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000" y="2047499"/>
              <a:ext cx="9252585" cy="38100"/>
            </a:xfrm>
            <a:custGeom>
              <a:avLst/>
              <a:gdLst/>
              <a:ahLst/>
              <a:cxnLst/>
              <a:rect l="l" t="t" r="r" b="b"/>
              <a:pathLst>
                <a:path w="9252585" h="38100">
                  <a:moveTo>
                    <a:pt x="9242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42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69525" y="4163008"/>
              <a:ext cx="8153400" cy="0"/>
            </a:xfrm>
            <a:custGeom>
              <a:avLst/>
              <a:gdLst/>
              <a:ahLst/>
              <a:cxnLst/>
              <a:rect l="l" t="t" r="r" b="b"/>
              <a:pathLst>
                <a:path w="8153400">
                  <a:moveTo>
                    <a:pt x="0" y="0"/>
                  </a:moveTo>
                  <a:lnTo>
                    <a:pt x="8152950" y="0"/>
                  </a:lnTo>
                </a:path>
              </a:pathLst>
            </a:custGeom>
            <a:ln w="9525">
              <a:solidFill>
                <a:srgbClr val="3F3F46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FFFFFF"/>
                </a:solidFill>
                <a:latin typeface="Arial MT"/>
                <a:cs typeface="Arial MT"/>
              </a:rPr>
              <a:t>Academic</a:t>
            </a:r>
            <a:r>
              <a:rPr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pc="-60" dirty="0">
                <a:solidFill>
                  <a:srgbClr val="FFFFFF"/>
                </a:solidFill>
                <a:latin typeface="Arial MT"/>
                <a:cs typeface="Arial MT"/>
              </a:rPr>
              <a:t> Research</a:t>
            </a:r>
            <a:r>
              <a:rPr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20" dirty="0">
                <a:latin typeface="Arial"/>
                <a:cs typeface="Arial"/>
              </a:rPr>
              <a:t>Foundations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7299" y="1243681"/>
            <a:ext cx="59512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Bridging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gap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between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physiological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computing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advanced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power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systems.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9524" y="2355553"/>
            <a:ext cx="9233535" cy="2850515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539750">
              <a:lnSpc>
                <a:spcPct val="100000"/>
              </a:lnSpc>
              <a:spcBef>
                <a:spcPts val="1530"/>
              </a:spcBef>
            </a:pPr>
            <a:r>
              <a:rPr sz="2200" b="1" dirty="0">
                <a:solidFill>
                  <a:srgbClr val="0FB880"/>
                </a:solidFill>
                <a:latin typeface="Arial"/>
                <a:cs typeface="Arial"/>
              </a:rPr>
              <a:t>POWER</a:t>
            </a:r>
            <a:r>
              <a:rPr sz="2200" b="1" spc="36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FB880"/>
                </a:solidFill>
                <a:latin typeface="Arial"/>
                <a:cs typeface="Arial"/>
              </a:rPr>
              <a:t>SYSTEMS</a:t>
            </a:r>
            <a:r>
              <a:rPr sz="2200" b="1" spc="36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FB880"/>
                </a:solidFill>
                <a:latin typeface="Arial"/>
                <a:cs typeface="Arial"/>
              </a:rPr>
              <a:t>INTEGRATION</a:t>
            </a:r>
            <a:endParaRPr sz="2200">
              <a:latin typeface="Arial"/>
              <a:cs typeface="Arial"/>
            </a:endParaRPr>
          </a:p>
          <a:p>
            <a:pPr marL="539750" marR="607695">
              <a:lnSpc>
                <a:spcPct val="125000"/>
              </a:lnSpc>
              <a:spcBef>
                <a:spcPts val="525"/>
              </a:spcBef>
            </a:pPr>
            <a:r>
              <a:rPr sz="1500" spc="-50" dirty="0">
                <a:solidFill>
                  <a:srgbClr val="D4D4D8"/>
                </a:solidFill>
                <a:latin typeface="Arial MT"/>
                <a:cs typeface="Arial MT"/>
              </a:rPr>
              <a:t>To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ensure</a:t>
            </a:r>
            <a:r>
              <a:rPr sz="15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our</a:t>
            </a:r>
            <a:r>
              <a:rPr sz="1500" spc="-4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wearables</a:t>
            </a:r>
            <a:r>
              <a:rPr sz="15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function</a:t>
            </a:r>
            <a:r>
              <a:rPr sz="15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flawlessly</a:t>
            </a:r>
            <a:r>
              <a:rPr sz="1500" spc="-4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in</a:t>
            </a:r>
            <a:r>
              <a:rPr sz="15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D4D4D8"/>
                </a:solidFill>
                <a:latin typeface="Arial MT"/>
                <a:cs typeface="Arial MT"/>
              </a:rPr>
              <a:t>high-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voltage</a:t>
            </a:r>
            <a:r>
              <a:rPr sz="15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substation</a:t>
            </a:r>
            <a:r>
              <a:rPr sz="1500" spc="-4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4D4D8"/>
                </a:solidFill>
                <a:latin typeface="Arial MT"/>
                <a:cs typeface="Arial MT"/>
              </a:rPr>
              <a:t>environments,</a:t>
            </a:r>
            <a:r>
              <a:rPr sz="1500" spc="-5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4D4D8"/>
                </a:solidFill>
                <a:latin typeface="Arial MT"/>
                <a:cs typeface="Arial MT"/>
              </a:rPr>
              <a:t>system architecture</a:t>
            </a:r>
            <a:r>
              <a:rPr sz="1500" spc="-6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aligns</a:t>
            </a:r>
            <a:r>
              <a:rPr sz="1500" spc="-6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with</a:t>
            </a:r>
            <a:r>
              <a:rPr sz="1500" spc="-6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modern</a:t>
            </a:r>
            <a:r>
              <a:rPr sz="1500" spc="-5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electrical</a:t>
            </a:r>
            <a:r>
              <a:rPr sz="1500" spc="-6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engineering</a:t>
            </a:r>
            <a:r>
              <a:rPr sz="1500" spc="-6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research</a:t>
            </a:r>
            <a:r>
              <a:rPr sz="1500" spc="-5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protocols</a:t>
            </a:r>
            <a:r>
              <a:rPr sz="1500" spc="-6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regarding</a:t>
            </a:r>
            <a:r>
              <a:rPr sz="1500" spc="-6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D4D4D8"/>
                </a:solidFill>
                <a:latin typeface="Arial MT"/>
                <a:cs typeface="Arial MT"/>
              </a:rPr>
              <a:t>EMF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shielding</a:t>
            </a:r>
            <a:r>
              <a:rPr sz="1500" spc="-4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and</a:t>
            </a:r>
            <a:r>
              <a:rPr sz="1500" spc="-4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4D4D8"/>
                </a:solidFill>
                <a:latin typeface="Arial MT"/>
                <a:cs typeface="Arial MT"/>
              </a:rPr>
              <a:t>signal</a:t>
            </a:r>
            <a:r>
              <a:rPr sz="15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4D4D8"/>
                </a:solidFill>
                <a:latin typeface="Arial MT"/>
                <a:cs typeface="Arial MT"/>
              </a:rPr>
              <a:t>processing.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500">
              <a:latin typeface="Arial MT"/>
              <a:cs typeface="Arial MT"/>
            </a:endParaRPr>
          </a:p>
          <a:p>
            <a:pPr marL="539750" marR="535305">
              <a:lnSpc>
                <a:spcPct val="133000"/>
              </a:lnSpc>
            </a:pP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Advisor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/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Research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Context: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Leveraging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power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systems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safety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research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and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methodologies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originating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from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elite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engineering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institutions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(e.g.,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the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work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of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b="1" i="1" dirty="0">
                <a:solidFill>
                  <a:srgbClr val="E4E4E6"/>
                </a:solidFill>
                <a:latin typeface="Arial"/>
                <a:cs typeface="Arial"/>
              </a:rPr>
              <a:t>Dr.</a:t>
            </a:r>
            <a:r>
              <a:rPr sz="1300" b="1" i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i="1" dirty="0">
                <a:solidFill>
                  <a:srgbClr val="E4E4E6"/>
                </a:solidFill>
                <a:latin typeface="Arial"/>
                <a:cs typeface="Arial"/>
              </a:rPr>
              <a:t>Pappu</a:t>
            </a:r>
            <a:r>
              <a:rPr sz="1300" b="1" i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i="1" dirty="0">
                <a:solidFill>
                  <a:srgbClr val="E4E4E6"/>
                </a:solidFill>
                <a:latin typeface="Arial"/>
                <a:cs typeface="Arial"/>
              </a:rPr>
              <a:t>Kumar</a:t>
            </a:r>
            <a:r>
              <a:rPr sz="1300" b="1" i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i="1" dirty="0">
                <a:solidFill>
                  <a:srgbClr val="E4E4E6"/>
                </a:solidFill>
                <a:latin typeface="Arial"/>
                <a:cs typeface="Arial"/>
              </a:rPr>
              <a:t>Saurav</a:t>
            </a:r>
            <a:r>
              <a:rPr sz="1300" b="1" i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i="1" dirty="0">
                <a:solidFill>
                  <a:srgbClr val="E4E4E6"/>
                </a:solidFill>
                <a:latin typeface="Arial"/>
                <a:cs typeface="Arial"/>
              </a:rPr>
              <a:t>at</a:t>
            </a:r>
            <a:r>
              <a:rPr sz="1300" b="1" i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i="1" dirty="0">
                <a:solidFill>
                  <a:srgbClr val="E4E4E6"/>
                </a:solidFill>
                <a:latin typeface="Arial"/>
                <a:cs typeface="Arial"/>
              </a:rPr>
              <a:t>NIT</a:t>
            </a:r>
            <a:r>
              <a:rPr sz="1300" b="1" i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i="1" dirty="0">
                <a:solidFill>
                  <a:srgbClr val="E4E4E6"/>
                </a:solidFill>
                <a:latin typeface="Arial"/>
                <a:cs typeface="Arial"/>
              </a:rPr>
              <a:t>Silchar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)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ensures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the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device’s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shielding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and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transmission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logic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meets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rigorous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academic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and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industrial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standards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for</a:t>
            </a:r>
            <a:r>
              <a:rPr sz="1300" i="1" spc="-45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dirty="0">
                <a:solidFill>
                  <a:srgbClr val="A1A1AA"/>
                </a:solidFill>
                <a:latin typeface="Arial"/>
                <a:cs typeface="Arial"/>
              </a:rPr>
              <a:t>electrical</a:t>
            </a:r>
            <a:r>
              <a:rPr sz="1300" i="1" spc="-40" dirty="0">
                <a:solidFill>
                  <a:srgbClr val="A1A1AA"/>
                </a:solidFill>
                <a:latin typeface="Arial"/>
                <a:cs typeface="Arial"/>
              </a:rPr>
              <a:t> </a:t>
            </a:r>
            <a:r>
              <a:rPr sz="1300" i="1" spc="-10" dirty="0">
                <a:solidFill>
                  <a:srgbClr val="A1A1AA"/>
                </a:solidFill>
                <a:latin typeface="Arial"/>
                <a:cs typeface="Arial"/>
              </a:rPr>
              <a:t>environments.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16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5615999" y="1259849"/>
            <a:ext cx="4356100" cy="3494404"/>
            <a:chOff x="5615999" y="1259849"/>
            <a:chExt cx="4356100" cy="3494404"/>
          </a:xfrm>
        </p:grpSpPr>
        <p:sp>
          <p:nvSpPr>
            <p:cNvPr id="3" name="object 3"/>
            <p:cNvSpPr/>
            <p:nvPr/>
          </p:nvSpPr>
          <p:spPr>
            <a:xfrm>
              <a:off x="5615999" y="1259849"/>
              <a:ext cx="4356100" cy="3494404"/>
            </a:xfrm>
            <a:custGeom>
              <a:avLst/>
              <a:gdLst/>
              <a:ahLst/>
              <a:cxnLst/>
              <a:rect l="l" t="t" r="r" b="b"/>
              <a:pathLst>
                <a:path w="4356100" h="3494404">
                  <a:moveTo>
                    <a:pt x="4356000" y="3493871"/>
                  </a:moveTo>
                  <a:lnTo>
                    <a:pt x="0" y="3493871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56000" y="3493871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15990" y="1259859"/>
              <a:ext cx="4356100" cy="3494404"/>
            </a:xfrm>
            <a:custGeom>
              <a:avLst/>
              <a:gdLst/>
              <a:ahLst/>
              <a:cxnLst/>
              <a:rect l="l" t="t" r="r" b="b"/>
              <a:pathLst>
                <a:path w="4356100" h="3494404">
                  <a:moveTo>
                    <a:pt x="4355998" y="0"/>
                  </a:moveTo>
                  <a:lnTo>
                    <a:pt x="4346473" y="38100"/>
                  </a:lnTo>
                  <a:lnTo>
                    <a:pt x="4346473" y="3484346"/>
                  </a:lnTo>
                  <a:lnTo>
                    <a:pt x="9525" y="3484346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3493871"/>
                  </a:lnTo>
                  <a:lnTo>
                    <a:pt x="4355998" y="3493871"/>
                  </a:lnTo>
                  <a:lnTo>
                    <a:pt x="4355998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16000" y="1259849"/>
              <a:ext cx="4356100" cy="38100"/>
            </a:xfrm>
            <a:custGeom>
              <a:avLst/>
              <a:gdLst/>
              <a:ahLst/>
              <a:cxnLst/>
              <a:rect l="l" t="t" r="r" b="b"/>
              <a:pathLst>
                <a:path w="4356100" h="38100">
                  <a:moveTo>
                    <a:pt x="4346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46475" y="3810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FFFFFF"/>
                </a:solidFill>
                <a:latin typeface="Arial MT"/>
                <a:cs typeface="Arial MT"/>
              </a:rPr>
              <a:t>Real-</a:t>
            </a:r>
            <a:r>
              <a:rPr spc="-50" dirty="0">
                <a:solidFill>
                  <a:srgbClr val="FFFFFF"/>
                </a:solidFill>
                <a:latin typeface="Arial MT"/>
                <a:cs typeface="Arial MT"/>
              </a:rPr>
              <a:t>World</a:t>
            </a:r>
            <a:r>
              <a:rPr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35" dirty="0">
                <a:solidFill>
                  <a:srgbClr val="FFFFFF"/>
                </a:solidFill>
                <a:latin typeface="Arial MT"/>
                <a:cs typeface="Arial MT"/>
              </a:rPr>
              <a:t>Scenario</a:t>
            </a:r>
            <a:r>
              <a:rPr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2:</a:t>
            </a:r>
            <a:r>
              <a:rPr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35" dirty="0">
                <a:latin typeface="Arial"/>
                <a:cs typeface="Arial"/>
              </a:rPr>
              <a:t>Confined</a:t>
            </a:r>
            <a:r>
              <a:rPr b="1" spc="-10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Spaces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7299" y="1192080"/>
            <a:ext cx="4171315" cy="248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60" dirty="0">
                <a:solidFill>
                  <a:srgbClr val="0FB880"/>
                </a:solidFill>
                <a:latin typeface="Arial"/>
                <a:cs typeface="Arial"/>
              </a:rPr>
              <a:t>UNDERGROUND</a:t>
            </a:r>
            <a:r>
              <a:rPr sz="1600" b="1" spc="20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/</a:t>
            </a:r>
            <a:r>
              <a:rPr sz="1600" b="1" spc="204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SILO</a:t>
            </a:r>
            <a:r>
              <a:rPr sz="1600" b="1" spc="204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0FB880"/>
                </a:solidFill>
                <a:latin typeface="Arial"/>
                <a:cs typeface="Arial"/>
              </a:rPr>
              <a:t>MAINTENANCE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enters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mixing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silo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underground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pipeline.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definition,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these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are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communication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dead-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zones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(no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4G/5G,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Wi-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Fi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routing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possible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through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thick concrete).</a:t>
            </a:r>
            <a:endParaRPr sz="1300">
              <a:latin typeface="Arial MT"/>
              <a:cs typeface="Arial MT"/>
            </a:endParaRPr>
          </a:p>
          <a:p>
            <a:pPr marL="12700" marR="12700">
              <a:lnSpc>
                <a:spcPct val="125000"/>
              </a:lnSpc>
              <a:spcBef>
                <a:spcPts val="130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If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exposed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rapid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decrease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oxygen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or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toxic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gas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buildup,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their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physiological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markers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(erratic breathing,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dropping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HRV)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will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alter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drastically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before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they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consciously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realize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danger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lose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consciousness.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5525" y="1518180"/>
            <a:ext cx="4337050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600" b="1" spc="45" dirty="0">
                <a:solidFill>
                  <a:srgbClr val="EF4444"/>
                </a:solidFill>
                <a:latin typeface="Arial"/>
                <a:cs typeface="Arial"/>
              </a:rPr>
              <a:t>THE</a:t>
            </a:r>
            <a:r>
              <a:rPr sz="1600" b="1" spc="16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EF4444"/>
                </a:solidFill>
                <a:latin typeface="Arial"/>
                <a:cs typeface="Arial"/>
              </a:rPr>
              <a:t>LIFELINE</a:t>
            </a:r>
            <a:endParaRPr sz="1600">
              <a:latin typeface="Arial"/>
              <a:cs typeface="Arial"/>
            </a:endParaRPr>
          </a:p>
          <a:p>
            <a:pPr marL="287655" marR="306705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Because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AI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inference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device's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RAM,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it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doesn't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need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request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cloud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server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for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permission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trigger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alarm.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wristband immediately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strobes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vibrates,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prompting immediate</a:t>
            </a:r>
            <a:r>
              <a:rPr sz="1300" spc="-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self-evacuation.</a:t>
            </a:r>
            <a:endParaRPr sz="1300">
              <a:latin typeface="Arial MT"/>
              <a:cs typeface="Arial MT"/>
            </a:endParaRPr>
          </a:p>
          <a:p>
            <a:pPr marL="287655" marR="464184">
              <a:lnSpc>
                <a:spcPct val="125000"/>
              </a:lnSpc>
              <a:spcBef>
                <a:spcPts val="1300"/>
              </a:spcBef>
            </a:pP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Simultaneously,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device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uses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LoRa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(Long Range,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low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frequency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radio)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punch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tiny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emergency</a:t>
            </a:r>
            <a:r>
              <a:rPr sz="1300" spc="-7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packet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through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concrete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walls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to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local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facility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supervisor.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17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719999" y="1259849"/>
            <a:ext cx="4356100" cy="3246755"/>
            <a:chOff x="719999" y="1259849"/>
            <a:chExt cx="4356100" cy="3246755"/>
          </a:xfrm>
        </p:grpSpPr>
        <p:sp>
          <p:nvSpPr>
            <p:cNvPr id="3" name="object 3"/>
            <p:cNvSpPr/>
            <p:nvPr/>
          </p:nvSpPr>
          <p:spPr>
            <a:xfrm>
              <a:off x="719999" y="1259849"/>
              <a:ext cx="4356100" cy="3246755"/>
            </a:xfrm>
            <a:custGeom>
              <a:avLst/>
              <a:gdLst/>
              <a:ahLst/>
              <a:cxnLst/>
              <a:rect l="l" t="t" r="r" b="b"/>
              <a:pathLst>
                <a:path w="4356100" h="3246754">
                  <a:moveTo>
                    <a:pt x="4356000" y="3246221"/>
                  </a:moveTo>
                  <a:lnTo>
                    <a:pt x="0" y="3246221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56000" y="3246221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988" y="1259859"/>
              <a:ext cx="4356100" cy="3246755"/>
            </a:xfrm>
            <a:custGeom>
              <a:avLst/>
              <a:gdLst/>
              <a:ahLst/>
              <a:cxnLst/>
              <a:rect l="l" t="t" r="r" b="b"/>
              <a:pathLst>
                <a:path w="4356100" h="3246754">
                  <a:moveTo>
                    <a:pt x="4356011" y="0"/>
                  </a:moveTo>
                  <a:lnTo>
                    <a:pt x="4346486" y="38100"/>
                  </a:lnTo>
                  <a:lnTo>
                    <a:pt x="4346486" y="3236696"/>
                  </a:lnTo>
                  <a:lnTo>
                    <a:pt x="9525" y="3236696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3246221"/>
                  </a:lnTo>
                  <a:lnTo>
                    <a:pt x="4356011" y="3246221"/>
                  </a:lnTo>
                  <a:lnTo>
                    <a:pt x="4356011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000" y="1259849"/>
              <a:ext cx="4356100" cy="38100"/>
            </a:xfrm>
            <a:custGeom>
              <a:avLst/>
              <a:gdLst/>
              <a:ahLst/>
              <a:cxnLst/>
              <a:rect l="l" t="t" r="r" b="b"/>
              <a:pathLst>
                <a:path w="4356100" h="38100">
                  <a:moveTo>
                    <a:pt x="4346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46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615999" y="1259849"/>
            <a:ext cx="4356100" cy="3246755"/>
            <a:chOff x="5615999" y="1259849"/>
            <a:chExt cx="4356100" cy="3246755"/>
          </a:xfrm>
        </p:grpSpPr>
        <p:sp>
          <p:nvSpPr>
            <p:cNvPr id="7" name="object 7"/>
            <p:cNvSpPr/>
            <p:nvPr/>
          </p:nvSpPr>
          <p:spPr>
            <a:xfrm>
              <a:off x="5615999" y="1259849"/>
              <a:ext cx="4356100" cy="3246755"/>
            </a:xfrm>
            <a:custGeom>
              <a:avLst/>
              <a:gdLst/>
              <a:ahLst/>
              <a:cxnLst/>
              <a:rect l="l" t="t" r="r" b="b"/>
              <a:pathLst>
                <a:path w="4356100" h="3246754">
                  <a:moveTo>
                    <a:pt x="4356000" y="3246221"/>
                  </a:moveTo>
                  <a:lnTo>
                    <a:pt x="0" y="3246221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56000" y="3246221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15990" y="1259859"/>
              <a:ext cx="4356100" cy="3246755"/>
            </a:xfrm>
            <a:custGeom>
              <a:avLst/>
              <a:gdLst/>
              <a:ahLst/>
              <a:cxnLst/>
              <a:rect l="l" t="t" r="r" b="b"/>
              <a:pathLst>
                <a:path w="4356100" h="3246754">
                  <a:moveTo>
                    <a:pt x="4355998" y="0"/>
                  </a:moveTo>
                  <a:lnTo>
                    <a:pt x="4346473" y="38100"/>
                  </a:lnTo>
                  <a:lnTo>
                    <a:pt x="4346473" y="3236696"/>
                  </a:lnTo>
                  <a:lnTo>
                    <a:pt x="9525" y="3236696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3246221"/>
                  </a:lnTo>
                  <a:lnTo>
                    <a:pt x="4355998" y="3246221"/>
                  </a:lnTo>
                  <a:lnTo>
                    <a:pt x="4355998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16000" y="1259849"/>
              <a:ext cx="4356100" cy="38100"/>
            </a:xfrm>
            <a:custGeom>
              <a:avLst/>
              <a:gdLst/>
              <a:ahLst/>
              <a:cxnLst/>
              <a:rect l="l" t="t" r="r" b="b"/>
              <a:pathLst>
                <a:path w="4356100" h="38100">
                  <a:moveTo>
                    <a:pt x="4346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4356000" y="0"/>
                  </a:lnTo>
                  <a:lnTo>
                    <a:pt x="4346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07299" y="444699"/>
            <a:ext cx="4634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40" dirty="0">
                <a:solidFill>
                  <a:srgbClr val="FFFFFF"/>
                </a:solidFill>
                <a:latin typeface="Arial MT"/>
                <a:cs typeface="Arial MT"/>
              </a:rPr>
              <a:t>Privacy</a:t>
            </a:r>
            <a:r>
              <a:rPr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20" dirty="0">
                <a:latin typeface="Arial"/>
                <a:cs typeface="Arial"/>
              </a:rPr>
              <a:t>Labor</a:t>
            </a:r>
            <a:r>
              <a:rPr b="1" spc="-10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Compliance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9524" y="1518180"/>
            <a:ext cx="4337050" cy="248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OT</a:t>
            </a:r>
            <a:r>
              <a:rPr sz="1600" b="1" spc="27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AUDIT</a:t>
            </a:r>
            <a:r>
              <a:rPr sz="1600" b="1" spc="28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COMPLIANCE</a:t>
            </a:r>
            <a:endParaRPr sz="1600">
              <a:latin typeface="Arial"/>
              <a:cs typeface="Arial"/>
            </a:endParaRPr>
          </a:p>
          <a:p>
            <a:pPr marL="287655" marR="326390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giants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fear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IoT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wearables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because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they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represent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trojan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horse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into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their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secure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networks.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VitalsGrid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eliminates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this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objection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possessing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no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internet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capability.</a:t>
            </a:r>
            <a:endParaRPr sz="1300">
              <a:latin typeface="Arial MT"/>
              <a:cs typeface="Arial MT"/>
            </a:endParaRPr>
          </a:p>
          <a:p>
            <a:pPr marL="287655" marR="313690">
              <a:lnSpc>
                <a:spcPct val="125000"/>
              </a:lnSpc>
              <a:spcBef>
                <a:spcPts val="130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physically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impossible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device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firmware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to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connect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AWS,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Azure,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GCP,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making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instantly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compliant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with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stringent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OT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security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audits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and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government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defense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contracts.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25525" y="1518180"/>
            <a:ext cx="4337050" cy="248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LABOR</a:t>
            </a:r>
            <a:r>
              <a:rPr sz="1600" b="1" spc="27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0FB880"/>
                </a:solidFill>
                <a:latin typeface="Arial"/>
                <a:cs typeface="Arial"/>
              </a:rPr>
              <a:t>UNION</a:t>
            </a:r>
            <a:r>
              <a:rPr sz="1600" b="1" spc="275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B880"/>
                </a:solidFill>
                <a:latin typeface="Arial"/>
                <a:cs typeface="Arial"/>
              </a:rPr>
              <a:t>APPROVAL</a:t>
            </a:r>
            <a:endParaRPr sz="1600">
              <a:latin typeface="Arial"/>
              <a:cs typeface="Arial"/>
            </a:endParaRPr>
          </a:p>
          <a:p>
            <a:pPr marL="287655" marR="350520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Workers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historically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reject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corporate</a:t>
            </a:r>
            <a:r>
              <a:rPr sz="1300" spc="-7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wearables,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fearing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micromanagement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(e.g.,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tracking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bathroom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breaks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via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GPS/steps).</a:t>
            </a:r>
            <a:endParaRPr sz="1300">
              <a:latin typeface="Arial MT"/>
              <a:cs typeface="Arial MT"/>
            </a:endParaRPr>
          </a:p>
          <a:p>
            <a:pPr marL="287655" marR="365125">
              <a:lnSpc>
                <a:spcPct val="125000"/>
              </a:lnSpc>
              <a:spcBef>
                <a:spcPts val="130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Because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raw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physiological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data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processed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on-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device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instantly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overwritten,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VitalsGrid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acts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"Guardian"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rather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than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"Tracker".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Only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emergency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distress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flags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are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ever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transmitted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and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logged.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18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object 2"/>
          <p:cNvGrpSpPr/>
          <p:nvPr/>
        </p:nvGrpSpPr>
        <p:grpSpPr>
          <a:xfrm>
            <a:off x="719999" y="1867499"/>
            <a:ext cx="9252585" cy="3105150"/>
            <a:chOff x="719999" y="1867499"/>
            <a:chExt cx="9252585" cy="3105150"/>
          </a:xfrm>
        </p:grpSpPr>
        <p:sp>
          <p:nvSpPr>
            <p:cNvPr id="3" name="object 3"/>
            <p:cNvSpPr/>
            <p:nvPr/>
          </p:nvSpPr>
          <p:spPr>
            <a:xfrm>
              <a:off x="719999" y="1867499"/>
              <a:ext cx="9252585" cy="3105150"/>
            </a:xfrm>
            <a:custGeom>
              <a:avLst/>
              <a:gdLst/>
              <a:ahLst/>
              <a:cxnLst/>
              <a:rect l="l" t="t" r="r" b="b"/>
              <a:pathLst>
                <a:path w="9252585" h="3105150">
                  <a:moveTo>
                    <a:pt x="9252000" y="3104628"/>
                  </a:moveTo>
                  <a:lnTo>
                    <a:pt x="0" y="3104628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52000" y="3104628"/>
                  </a:lnTo>
                  <a:close/>
                </a:path>
              </a:pathLst>
            </a:custGeom>
            <a:solidFill>
              <a:srgbClr val="11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988" y="1867503"/>
              <a:ext cx="9252585" cy="3105150"/>
            </a:xfrm>
            <a:custGeom>
              <a:avLst/>
              <a:gdLst/>
              <a:ahLst/>
              <a:cxnLst/>
              <a:rect l="l" t="t" r="r" b="b"/>
              <a:pathLst>
                <a:path w="9252585" h="3105150">
                  <a:moveTo>
                    <a:pt x="9252001" y="0"/>
                  </a:moveTo>
                  <a:lnTo>
                    <a:pt x="9242476" y="38100"/>
                  </a:lnTo>
                  <a:lnTo>
                    <a:pt x="9242476" y="3095104"/>
                  </a:lnTo>
                  <a:lnTo>
                    <a:pt x="9525" y="3095104"/>
                  </a:lnTo>
                  <a:lnTo>
                    <a:pt x="9525" y="38100"/>
                  </a:lnTo>
                  <a:lnTo>
                    <a:pt x="0" y="0"/>
                  </a:lnTo>
                  <a:lnTo>
                    <a:pt x="0" y="3104629"/>
                  </a:lnTo>
                  <a:lnTo>
                    <a:pt x="9252001" y="3104629"/>
                  </a:lnTo>
                  <a:lnTo>
                    <a:pt x="9252001" y="0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0000" y="1867499"/>
              <a:ext cx="9252585" cy="38100"/>
            </a:xfrm>
            <a:custGeom>
              <a:avLst/>
              <a:gdLst/>
              <a:ahLst/>
              <a:cxnLst/>
              <a:rect l="l" t="t" r="r" b="b"/>
              <a:pathLst>
                <a:path w="9252585" h="38100">
                  <a:moveTo>
                    <a:pt x="9242475" y="38100"/>
                  </a:moveTo>
                  <a:lnTo>
                    <a:pt x="9525" y="38100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42475" y="3810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>
                <a:solidFill>
                  <a:srgbClr val="FFFFFF"/>
                </a:solidFill>
                <a:latin typeface="Arial MT"/>
                <a:cs typeface="Arial MT"/>
              </a:rPr>
              <a:t>Long-Term</a:t>
            </a:r>
            <a:r>
              <a:rPr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40" dirty="0">
                <a:solidFill>
                  <a:srgbClr val="FFFFFF"/>
                </a:solidFill>
                <a:latin typeface="Arial MT"/>
                <a:cs typeface="Arial MT"/>
              </a:rPr>
              <a:t>Vision:</a:t>
            </a:r>
            <a:r>
              <a:rPr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30" dirty="0">
                <a:latin typeface="Arial"/>
                <a:cs typeface="Arial"/>
              </a:rPr>
              <a:t>Industry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4.0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Integration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7299" y="1243681"/>
            <a:ext cx="87236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VitalsGrid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not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standalone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gadget;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designed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foundational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API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node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automated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safety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systems.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9524" y="2256070"/>
            <a:ext cx="9233535" cy="2069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FB880"/>
                </a:solidFill>
                <a:latin typeface="Arial"/>
                <a:cs typeface="Arial"/>
              </a:rPr>
              <a:t>SCADA</a:t>
            </a:r>
            <a:r>
              <a:rPr sz="2000" b="1" spc="254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B880"/>
                </a:solidFill>
                <a:latin typeface="Arial"/>
                <a:cs typeface="Arial"/>
              </a:rPr>
              <a:t>SYSTEM</a:t>
            </a:r>
            <a:r>
              <a:rPr sz="2000" b="1" spc="26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2000" b="1" spc="40" dirty="0">
                <a:solidFill>
                  <a:srgbClr val="0FB880"/>
                </a:solidFill>
                <a:latin typeface="Arial"/>
                <a:cs typeface="Arial"/>
              </a:rPr>
              <a:t>INTERLOCKING</a:t>
            </a:r>
            <a:endParaRPr sz="2000">
              <a:latin typeface="Arial"/>
              <a:cs typeface="Arial"/>
            </a:endParaRPr>
          </a:p>
          <a:p>
            <a:pPr marL="431800" marR="695325">
              <a:lnSpc>
                <a:spcPct val="125000"/>
              </a:lnSpc>
              <a:spcBef>
                <a:spcPts val="575"/>
              </a:spcBef>
            </a:pP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Currently,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if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suffers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cardiac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event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collapses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onto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conveyor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belt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or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near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high-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voltage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terminal,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machine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continues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running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until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human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witness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hits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manual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E-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Stop.</a:t>
            </a:r>
            <a:endParaRPr sz="1300">
              <a:latin typeface="Arial MT"/>
              <a:cs typeface="Arial MT"/>
            </a:endParaRPr>
          </a:p>
          <a:p>
            <a:pPr marL="431800" marR="507365">
              <a:lnSpc>
                <a:spcPct val="125000"/>
              </a:lnSpc>
              <a:spcBef>
                <a:spcPts val="1415"/>
              </a:spcBef>
            </a:pP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The</a:t>
            </a:r>
            <a:r>
              <a:rPr sz="130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Future</a:t>
            </a:r>
            <a:r>
              <a:rPr sz="130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Protocol:</a:t>
            </a:r>
            <a:r>
              <a:rPr sz="1300" b="1" spc="-4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VitalsGrid's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local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network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4D4D8"/>
                </a:solidFill>
                <a:latin typeface="Arial MT"/>
                <a:cs typeface="Arial MT"/>
              </a:rPr>
              <a:t>integrates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directly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with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the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facility's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D4D4D8"/>
                </a:solidFill>
                <a:latin typeface="Arial MT"/>
                <a:cs typeface="Arial MT"/>
              </a:rPr>
              <a:t>PLC/SCADA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controllers.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If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D4D4D8"/>
                </a:solidFill>
                <a:latin typeface="Arial MT"/>
                <a:cs typeface="Arial MT"/>
              </a:rPr>
              <a:t>the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Edge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AI</a:t>
            </a:r>
            <a:r>
              <a:rPr sz="1300" spc="-3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detects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a</a:t>
            </a:r>
            <a:r>
              <a:rPr sz="1300" spc="-3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critical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4D4D8"/>
                </a:solidFill>
                <a:latin typeface="Arial MT"/>
                <a:cs typeface="Arial MT"/>
              </a:rPr>
              <a:t>physiological</a:t>
            </a:r>
            <a:r>
              <a:rPr sz="1300" spc="-3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collapse,</a:t>
            </a:r>
            <a:r>
              <a:rPr sz="1300" spc="-3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it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broadcasts</a:t>
            </a:r>
            <a:r>
              <a:rPr sz="1300" spc="-3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a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localized</a:t>
            </a:r>
            <a:r>
              <a:rPr sz="1300" spc="-3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command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to</a:t>
            </a:r>
            <a:r>
              <a:rPr sz="1300" spc="-2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automatically</a:t>
            </a:r>
            <a:r>
              <a:rPr sz="1300" b="1" spc="-3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trigger</a:t>
            </a:r>
            <a:r>
              <a:rPr sz="1300" b="1" spc="-3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E4E4E6"/>
                </a:solidFill>
                <a:latin typeface="Arial"/>
                <a:cs typeface="Arial"/>
              </a:rPr>
              <a:t>an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emergency</a:t>
            </a:r>
            <a:r>
              <a:rPr sz="1300" b="1" spc="-40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spc="-10" dirty="0">
                <a:solidFill>
                  <a:srgbClr val="E4E4E6"/>
                </a:solidFill>
                <a:latin typeface="Arial"/>
                <a:cs typeface="Arial"/>
              </a:rPr>
              <a:t>shutdown</a:t>
            </a:r>
            <a:r>
              <a:rPr sz="1300" b="1" spc="-3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E4E4E6"/>
                </a:solidFill>
                <a:latin typeface="Arial"/>
                <a:cs typeface="Arial"/>
              </a:rPr>
              <a:t>(E-Stop)</a:t>
            </a:r>
            <a:r>
              <a:rPr sz="1300" b="1" spc="-35" dirty="0">
                <a:solidFill>
                  <a:srgbClr val="E4E4E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of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the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heavy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machinery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in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that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specific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4D4D8"/>
                </a:solidFill>
                <a:latin typeface="Arial MT"/>
                <a:cs typeface="Arial MT"/>
              </a:rPr>
              <a:t>sector,</a:t>
            </a:r>
            <a:r>
              <a:rPr sz="1300" spc="-4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4D4D8"/>
                </a:solidFill>
                <a:latin typeface="Arial MT"/>
                <a:cs typeface="Arial MT"/>
              </a:rPr>
              <a:t>preventing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mutilation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D4D4D8"/>
                </a:solidFill>
                <a:latin typeface="Arial MT"/>
                <a:cs typeface="Arial MT"/>
              </a:rPr>
              <a:t>or</a:t>
            </a:r>
            <a:r>
              <a:rPr sz="1300" spc="-35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4D4D8"/>
                </a:solidFill>
                <a:latin typeface="Arial MT"/>
                <a:cs typeface="Arial MT"/>
              </a:rPr>
              <a:t>further catastrophic</a:t>
            </a:r>
            <a:r>
              <a:rPr sz="1300" spc="10" dirty="0">
                <a:solidFill>
                  <a:srgbClr val="D4D4D8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D4D4D8"/>
                </a:solidFill>
                <a:latin typeface="Arial MT"/>
                <a:cs typeface="Arial MT"/>
              </a:rPr>
              <a:t>injury.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19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pc="-50" dirty="0">
                <a:solidFill>
                  <a:srgbClr val="FFFFFF"/>
                </a:solidFill>
                <a:latin typeface="Arial MT"/>
                <a:cs typeface="Arial MT"/>
              </a:rPr>
              <a:t>Size</a:t>
            </a:r>
            <a:r>
              <a:rPr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20" dirty="0">
                <a:latin typeface="Arial"/>
                <a:cs typeface="Arial"/>
              </a:rPr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762" y="1264919"/>
            <a:ext cx="2714625" cy="324612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5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 marR="937894">
              <a:lnSpc>
                <a:spcPts val="1600"/>
              </a:lnSpc>
              <a:spcBef>
                <a:spcPts val="5"/>
              </a:spcBef>
            </a:pPr>
            <a:r>
              <a:rPr sz="1600" b="1" spc="-20" dirty="0">
                <a:solidFill>
                  <a:srgbClr val="0FB880"/>
                </a:solidFill>
                <a:latin typeface="Arial"/>
                <a:cs typeface="Arial"/>
              </a:rPr>
              <a:t>MASS </a:t>
            </a:r>
            <a:r>
              <a:rPr sz="1600" b="1" spc="35" dirty="0">
                <a:solidFill>
                  <a:srgbClr val="0FB880"/>
                </a:solidFill>
                <a:latin typeface="Arial"/>
                <a:cs typeface="Arial"/>
              </a:rPr>
              <a:t>DEPLOYMENT</a:t>
            </a:r>
            <a:endParaRPr sz="1600">
              <a:latin typeface="Arial"/>
              <a:cs typeface="Arial"/>
            </a:endParaRPr>
          </a:p>
          <a:p>
            <a:pPr marL="292735" marR="381635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relying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on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ultra-low-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cost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MCUs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avoiding expensive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cellular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subscription</a:t>
            </a:r>
            <a:r>
              <a:rPr sz="1300" spc="-6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radios,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unit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economics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allow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this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technology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to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be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embedded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affordably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into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standard-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issue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PPE</a:t>
            </a:r>
            <a:r>
              <a:rPr sz="1300" spc="-5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globally.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2762" y="1264919"/>
            <a:ext cx="2714625" cy="329057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5"/>
              </a:spcBef>
            </a:pPr>
            <a:r>
              <a:rPr sz="1600" b="1" spc="65" dirty="0">
                <a:solidFill>
                  <a:srgbClr val="0FB880"/>
                </a:solidFill>
                <a:latin typeface="Arial"/>
                <a:cs typeface="Arial"/>
              </a:rPr>
              <a:t>INSURANCE</a:t>
            </a:r>
            <a:r>
              <a:rPr sz="1600" b="1" spc="16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0FB880"/>
                </a:solidFill>
                <a:latin typeface="Arial"/>
                <a:cs typeface="Arial"/>
              </a:rPr>
              <a:t>ROI</a:t>
            </a:r>
            <a:endParaRPr sz="1600">
              <a:latin typeface="Arial"/>
              <a:cs typeface="Arial"/>
            </a:endParaRPr>
          </a:p>
          <a:p>
            <a:pPr marL="292735" marR="497840">
              <a:lnSpc>
                <a:spcPct val="125000"/>
              </a:lnSpc>
              <a:spcBef>
                <a:spcPts val="545"/>
              </a:spcBef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Predictive</a:t>
            </a:r>
            <a:r>
              <a:rPr sz="1300" spc="-7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safety</a:t>
            </a:r>
            <a:r>
              <a:rPr sz="1300" spc="-7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prevents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costly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industrial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accidents,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drastically</a:t>
            </a:r>
            <a:r>
              <a:rPr sz="1300" spc="-6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lowering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corporate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liability</a:t>
            </a:r>
            <a:r>
              <a:rPr sz="13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and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workers'</a:t>
            </a:r>
            <a:r>
              <a:rPr sz="1300" spc="-7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compensation premiums.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The</a:t>
            </a:r>
            <a:r>
              <a:rPr sz="1300" spc="-1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system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literally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pays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for</a:t>
            </a:r>
            <a:r>
              <a:rPr sz="13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itself</a:t>
            </a:r>
            <a:r>
              <a:rPr sz="13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by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preventing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a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single</a:t>
            </a:r>
            <a:r>
              <a:rPr sz="13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major accident.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88762" y="1264919"/>
            <a:ext cx="2714625" cy="2579370"/>
          </a:xfrm>
          <a:prstGeom prst="rect">
            <a:avLst/>
          </a:prstGeom>
          <a:solidFill>
            <a:srgbClr val="111113"/>
          </a:solidFill>
          <a:ln w="9525">
            <a:solidFill>
              <a:srgbClr val="26262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0FB880"/>
                </a:solidFill>
                <a:latin typeface="Arial"/>
                <a:cs typeface="Arial"/>
              </a:rPr>
              <a:t>TARGET</a:t>
            </a:r>
            <a:r>
              <a:rPr sz="1600" b="1" spc="350" dirty="0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0FB880"/>
                </a:solidFill>
                <a:latin typeface="Arial"/>
                <a:cs typeface="Arial"/>
              </a:rPr>
              <a:t>MARKETS</a:t>
            </a:r>
            <a:endParaRPr sz="1600">
              <a:latin typeface="Arial"/>
              <a:cs typeface="Arial"/>
            </a:endParaRPr>
          </a:p>
          <a:p>
            <a:pPr marL="508000" indent="-103505">
              <a:lnSpc>
                <a:spcPct val="100000"/>
              </a:lnSpc>
              <a:spcBef>
                <a:spcPts val="1285"/>
              </a:spcBef>
              <a:buChar char="•"/>
              <a:tabLst>
                <a:tab pos="508000" algn="l"/>
              </a:tabLst>
            </a:pP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Power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Generation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(Grid)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A1A1AA"/>
              </a:buClr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 marL="508000" indent="-103505">
              <a:lnSpc>
                <a:spcPct val="100000"/>
              </a:lnSpc>
              <a:spcBef>
                <a:spcPts val="5"/>
              </a:spcBef>
              <a:buChar char="•"/>
              <a:tabLst>
                <a:tab pos="508000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Heavy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Manufacturing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A1A1AA"/>
              </a:buClr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 marL="508000" indent="-103505">
              <a:lnSpc>
                <a:spcPct val="100000"/>
              </a:lnSpc>
              <a:buChar char="•"/>
              <a:tabLst>
                <a:tab pos="508000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Oil,</a:t>
            </a:r>
            <a:r>
              <a:rPr sz="13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Gas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&amp;</a:t>
            </a:r>
            <a:r>
              <a:rPr sz="13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Mining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A1A1AA"/>
              </a:buClr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 marL="508000" indent="-103505">
              <a:lnSpc>
                <a:spcPct val="100000"/>
              </a:lnSpc>
              <a:buChar char="•"/>
              <a:tabLst>
                <a:tab pos="508000" algn="l"/>
              </a:tabLst>
            </a:pP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Defense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A1A1AA"/>
                </a:solidFill>
                <a:latin typeface="Arial MT"/>
                <a:cs typeface="Arial MT"/>
              </a:rPr>
              <a:t>&amp;</a:t>
            </a:r>
            <a:r>
              <a:rPr sz="13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A1A1AA"/>
                </a:solidFill>
                <a:latin typeface="Arial MT"/>
                <a:cs typeface="Arial MT"/>
              </a:rPr>
              <a:t>Aerospace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20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7299" y="444699"/>
            <a:ext cx="3039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FFFFFF"/>
                </a:solidFill>
                <a:latin typeface="Arial MT"/>
                <a:cs typeface="Arial MT"/>
              </a:rPr>
              <a:t>Engineering</a:t>
            </a:r>
            <a:r>
              <a:rPr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1" spc="-10" dirty="0">
                <a:latin typeface="Arial"/>
                <a:cs typeface="Arial"/>
              </a:rPr>
              <a:t>Roadmap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6840" y="1755792"/>
            <a:ext cx="599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7032" y="2107342"/>
            <a:ext cx="183959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Core</a:t>
            </a:r>
            <a:r>
              <a:rPr sz="11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TinyML</a:t>
            </a:r>
            <a:r>
              <a:rPr sz="11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Sensor</a:t>
            </a:r>
            <a:r>
              <a:rPr sz="11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Fusion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algorithm</a:t>
            </a:r>
            <a:r>
              <a:rPr sz="11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mathematical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modeling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MCU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hardware validation.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9840" y="1755792"/>
            <a:ext cx="599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0819" y="2107342"/>
            <a:ext cx="173799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Local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mesh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networking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implementation</a:t>
            </a:r>
            <a:r>
              <a:rPr sz="11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1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offline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React</a:t>
            </a:r>
            <a:r>
              <a:rPr sz="11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dashboard</a:t>
            </a:r>
            <a:r>
              <a:rPr sz="11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hosted</a:t>
            </a:r>
            <a:r>
              <a:rPr sz="11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on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Proxmox.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2840" y="1755792"/>
            <a:ext cx="599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5486" y="2107342"/>
            <a:ext cx="193484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Closed</a:t>
            </a:r>
            <a:r>
              <a:rPr sz="11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beta</a:t>
            </a:r>
            <a:r>
              <a:rPr sz="11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testing</a:t>
            </a:r>
            <a:r>
              <a:rPr sz="11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in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simulated</a:t>
            </a:r>
            <a:r>
              <a:rPr sz="1100" spc="-5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high-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stress</a:t>
            </a:r>
            <a:r>
              <a:rPr sz="1100" spc="-4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industrial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1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50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Hz</a:t>
            </a:r>
            <a:r>
              <a:rPr sz="11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high-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voltage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1A1AA"/>
                </a:solidFill>
                <a:latin typeface="Arial MT"/>
                <a:cs typeface="Arial MT"/>
              </a:rPr>
              <a:t>grid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environments.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15840" y="1755792"/>
            <a:ext cx="599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39184" y="2107342"/>
            <a:ext cx="195326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25000"/>
              </a:lnSpc>
              <a:spcBef>
                <a:spcPts val="100"/>
              </a:spcBef>
            </a:pP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OT</a:t>
            </a:r>
            <a:r>
              <a:rPr sz="11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Security</a:t>
            </a:r>
            <a:r>
              <a:rPr sz="1100" spc="-2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certification</a:t>
            </a:r>
            <a:r>
              <a:rPr sz="1100" spc="-3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audits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and</a:t>
            </a:r>
            <a:r>
              <a:rPr sz="11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initial</a:t>
            </a:r>
            <a:r>
              <a:rPr sz="11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pilot</a:t>
            </a:r>
            <a:r>
              <a:rPr sz="1100" spc="-35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deployment</a:t>
            </a:r>
            <a:r>
              <a:rPr sz="1100" spc="-4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A1A1AA"/>
                </a:solidFill>
                <a:latin typeface="Arial MT"/>
                <a:cs typeface="Arial MT"/>
              </a:rPr>
              <a:t>with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utility</a:t>
            </a:r>
            <a:r>
              <a:rPr sz="11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&amp;</a:t>
            </a:r>
            <a:r>
              <a:rPr sz="11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A1A1AA"/>
                </a:solidFill>
                <a:latin typeface="Arial MT"/>
                <a:cs typeface="Arial MT"/>
              </a:rPr>
              <a:t>heavy</a:t>
            </a:r>
            <a:r>
              <a:rPr sz="1100" spc="-20" dirty="0">
                <a:solidFill>
                  <a:srgbClr val="A1A1A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A1A1AA"/>
                </a:solidFill>
                <a:latin typeface="Arial MT"/>
                <a:cs typeface="Arial MT"/>
              </a:rPr>
              <a:t>manufacturing partners.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809824" y="1511849"/>
            <a:ext cx="7072630" cy="133350"/>
            <a:chOff x="1809824" y="1511849"/>
            <a:chExt cx="7072630" cy="133350"/>
          </a:xfrm>
        </p:grpSpPr>
        <p:sp>
          <p:nvSpPr>
            <p:cNvPr id="13" name="object 13"/>
            <p:cNvSpPr/>
            <p:nvPr/>
          </p:nvSpPr>
          <p:spPr>
            <a:xfrm>
              <a:off x="1876488" y="1549953"/>
              <a:ext cx="6939280" cy="19050"/>
            </a:xfrm>
            <a:custGeom>
              <a:avLst/>
              <a:gdLst/>
              <a:ahLst/>
              <a:cxnLst/>
              <a:rect l="l" t="t" r="r" b="b"/>
              <a:pathLst>
                <a:path w="6939280" h="19050">
                  <a:moveTo>
                    <a:pt x="6939000" y="0"/>
                  </a:moveTo>
                  <a:lnTo>
                    <a:pt x="6939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6939000" y="19050"/>
                  </a:lnTo>
                  <a:lnTo>
                    <a:pt x="6939000" y="0"/>
                  </a:lnTo>
                  <a:close/>
                </a:path>
              </a:pathLst>
            </a:custGeom>
            <a:solidFill>
              <a:srgbClr val="3F3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9824" y="1511849"/>
              <a:ext cx="133350" cy="1333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2825" y="1511849"/>
              <a:ext cx="133350" cy="1333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5825" y="1511849"/>
              <a:ext cx="133350" cy="1333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8825" y="1511849"/>
              <a:ext cx="133350" cy="13335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21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5" y="-127492"/>
            <a:ext cx="12191695" cy="7684461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7299" y="90741"/>
            <a:ext cx="8410575" cy="494790"/>
          </a:xfrm>
          <a:prstGeom prst="rect">
            <a:avLst/>
          </a:prstGeom>
        </p:spPr>
        <p:txBody>
          <a:bodyPr vert="horz" wrap="square" lIns="0" tIns="116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[</a:t>
            </a:r>
            <a:r>
              <a:rPr spc="-215" dirty="0"/>
              <a:t> </a:t>
            </a:r>
            <a:r>
              <a:rPr dirty="0"/>
              <a:t>TEAM</a:t>
            </a:r>
            <a:r>
              <a:rPr spc="-204" dirty="0"/>
              <a:t> </a:t>
            </a:r>
            <a:r>
              <a:rPr spc="-20" dirty="0"/>
              <a:t>ENGINEERING</a:t>
            </a:r>
            <a:r>
              <a:rPr spc="-204" dirty="0"/>
              <a:t> </a:t>
            </a:r>
            <a:r>
              <a:rPr dirty="0"/>
              <a:t>NOTEBOOK</a:t>
            </a:r>
            <a:r>
              <a:rPr spc="-204" dirty="0"/>
              <a:t> </a:t>
            </a:r>
            <a:r>
              <a:rPr dirty="0"/>
              <a:t>:</a:t>
            </a:r>
            <a:r>
              <a:rPr spc="-204" dirty="0"/>
              <a:t> </a:t>
            </a:r>
            <a:r>
              <a:rPr spc="-20" dirty="0"/>
              <a:t>ARCHITECTURE</a:t>
            </a:r>
            <a:r>
              <a:rPr spc="-204" dirty="0"/>
              <a:t> </a:t>
            </a:r>
            <a:r>
              <a:rPr spc="-50" dirty="0"/>
              <a:t>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4349" y="815868"/>
            <a:ext cx="5938323" cy="6283018"/>
            <a:chOff x="620210" y="1690597"/>
            <a:chExt cx="5746750" cy="5860779"/>
          </a:xfrm>
        </p:grpSpPr>
        <p:sp>
          <p:nvSpPr>
            <p:cNvPr id="4" name="object 4"/>
            <p:cNvSpPr/>
            <p:nvPr/>
          </p:nvSpPr>
          <p:spPr>
            <a:xfrm>
              <a:off x="620210" y="1690597"/>
              <a:ext cx="5746750" cy="5761355"/>
            </a:xfrm>
            <a:custGeom>
              <a:avLst/>
              <a:gdLst/>
              <a:ahLst/>
              <a:cxnLst/>
              <a:rect l="l" t="t" r="r" b="b"/>
              <a:pathLst>
                <a:path w="5746750" h="5761355">
                  <a:moveTo>
                    <a:pt x="5746437" y="5761249"/>
                  </a:moveTo>
                  <a:lnTo>
                    <a:pt x="191852" y="5761249"/>
                  </a:lnTo>
                  <a:lnTo>
                    <a:pt x="0" y="267225"/>
                  </a:lnTo>
                  <a:lnTo>
                    <a:pt x="4976" y="237446"/>
                  </a:lnTo>
                  <a:lnTo>
                    <a:pt x="20491" y="212660"/>
                  </a:lnTo>
                  <a:lnTo>
                    <a:pt x="44135" y="195454"/>
                  </a:lnTo>
                  <a:lnTo>
                    <a:pt x="73494" y="188412"/>
                  </a:lnTo>
                  <a:lnTo>
                    <a:pt x="5469006" y="0"/>
                  </a:lnTo>
                  <a:lnTo>
                    <a:pt x="5498785" y="4976"/>
                  </a:lnTo>
                  <a:lnTo>
                    <a:pt x="5523571" y="20491"/>
                  </a:lnTo>
                  <a:lnTo>
                    <a:pt x="5540777" y="44135"/>
                  </a:lnTo>
                  <a:lnTo>
                    <a:pt x="5547819" y="73494"/>
                  </a:lnTo>
                  <a:lnTo>
                    <a:pt x="5746437" y="5761249"/>
                  </a:lnTo>
                  <a:close/>
                </a:path>
              </a:pathLst>
            </a:custGeom>
            <a:solidFill>
              <a:srgbClr val="031F11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0280" y="1800181"/>
              <a:ext cx="5746115" cy="5751195"/>
            </a:xfrm>
            <a:custGeom>
              <a:avLst/>
              <a:gdLst/>
              <a:ahLst/>
              <a:cxnLst/>
              <a:rect l="l" t="t" r="r" b="b"/>
              <a:pathLst>
                <a:path w="5746115" h="5751195">
                  <a:moveTo>
                    <a:pt x="31915" y="635520"/>
                  </a:moveTo>
                  <a:lnTo>
                    <a:pt x="27838" y="521296"/>
                  </a:lnTo>
                  <a:lnTo>
                    <a:pt x="25844" y="470535"/>
                  </a:lnTo>
                  <a:lnTo>
                    <a:pt x="26136" y="470522"/>
                  </a:lnTo>
                  <a:lnTo>
                    <a:pt x="23863" y="407073"/>
                  </a:lnTo>
                  <a:lnTo>
                    <a:pt x="21882" y="356311"/>
                  </a:lnTo>
                  <a:lnTo>
                    <a:pt x="22148" y="356298"/>
                  </a:lnTo>
                  <a:lnTo>
                    <a:pt x="19888" y="292836"/>
                  </a:lnTo>
                  <a:lnTo>
                    <a:pt x="18745" y="267462"/>
                  </a:lnTo>
                  <a:lnTo>
                    <a:pt x="0" y="268109"/>
                  </a:lnTo>
                  <a:lnTo>
                    <a:pt x="11087" y="585419"/>
                  </a:lnTo>
                  <a:lnTo>
                    <a:pt x="29819" y="584771"/>
                  </a:lnTo>
                  <a:lnTo>
                    <a:pt x="31915" y="635520"/>
                  </a:lnTo>
                  <a:close/>
                </a:path>
                <a:path w="5746115" h="5751195">
                  <a:moveTo>
                    <a:pt x="35877" y="749757"/>
                  </a:moveTo>
                  <a:lnTo>
                    <a:pt x="31800" y="635533"/>
                  </a:lnTo>
                  <a:lnTo>
                    <a:pt x="12852" y="636193"/>
                  </a:lnTo>
                  <a:lnTo>
                    <a:pt x="15074" y="699655"/>
                  </a:lnTo>
                  <a:lnTo>
                    <a:pt x="33794" y="698995"/>
                  </a:lnTo>
                  <a:lnTo>
                    <a:pt x="35877" y="749757"/>
                  </a:lnTo>
                  <a:close/>
                </a:path>
                <a:path w="5746115" h="5751195">
                  <a:moveTo>
                    <a:pt x="55041" y="210502"/>
                  </a:moveTo>
                  <a:lnTo>
                    <a:pt x="54368" y="210527"/>
                  </a:lnTo>
                  <a:lnTo>
                    <a:pt x="54267" y="210273"/>
                  </a:lnTo>
                  <a:lnTo>
                    <a:pt x="54152" y="210019"/>
                  </a:lnTo>
                  <a:lnTo>
                    <a:pt x="47231" y="193243"/>
                  </a:lnTo>
                  <a:lnTo>
                    <a:pt x="44056" y="193979"/>
                  </a:lnTo>
                  <a:lnTo>
                    <a:pt x="20408" y="211201"/>
                  </a:lnTo>
                  <a:lnTo>
                    <a:pt x="20104" y="211721"/>
                  </a:lnTo>
                  <a:lnTo>
                    <a:pt x="33959" y="224447"/>
                  </a:lnTo>
                  <a:lnTo>
                    <a:pt x="34175" y="224434"/>
                  </a:lnTo>
                  <a:lnTo>
                    <a:pt x="34328" y="224193"/>
                  </a:lnTo>
                  <a:lnTo>
                    <a:pt x="52057" y="211239"/>
                  </a:lnTo>
                  <a:lnTo>
                    <a:pt x="55041" y="210502"/>
                  </a:lnTo>
                  <a:close/>
                </a:path>
                <a:path w="5746115" h="5751195">
                  <a:moveTo>
                    <a:pt x="61595" y="1485912"/>
                  </a:moveTo>
                  <a:lnTo>
                    <a:pt x="35775" y="749757"/>
                  </a:lnTo>
                  <a:lnTo>
                    <a:pt x="16852" y="750417"/>
                  </a:lnTo>
                  <a:lnTo>
                    <a:pt x="19062" y="813879"/>
                  </a:lnTo>
                  <a:lnTo>
                    <a:pt x="37757" y="813231"/>
                  </a:lnTo>
                  <a:lnTo>
                    <a:pt x="39751" y="863993"/>
                  </a:lnTo>
                  <a:lnTo>
                    <a:pt x="20840" y="864654"/>
                  </a:lnTo>
                  <a:lnTo>
                    <a:pt x="23050" y="928116"/>
                  </a:lnTo>
                  <a:lnTo>
                    <a:pt x="41732" y="927455"/>
                  </a:lnTo>
                  <a:lnTo>
                    <a:pt x="43713" y="978217"/>
                  </a:lnTo>
                  <a:lnTo>
                    <a:pt x="24828" y="978877"/>
                  </a:lnTo>
                  <a:lnTo>
                    <a:pt x="27038" y="1042339"/>
                  </a:lnTo>
                  <a:lnTo>
                    <a:pt x="45707" y="1041692"/>
                  </a:lnTo>
                  <a:lnTo>
                    <a:pt x="47688" y="1092454"/>
                  </a:lnTo>
                  <a:lnTo>
                    <a:pt x="28816" y="1093114"/>
                  </a:lnTo>
                  <a:lnTo>
                    <a:pt x="31026" y="1156576"/>
                  </a:lnTo>
                  <a:lnTo>
                    <a:pt x="49669" y="1155928"/>
                  </a:lnTo>
                  <a:lnTo>
                    <a:pt x="51663" y="1206690"/>
                  </a:lnTo>
                  <a:lnTo>
                    <a:pt x="32804" y="1207338"/>
                  </a:lnTo>
                  <a:lnTo>
                    <a:pt x="35013" y="1270800"/>
                  </a:lnTo>
                  <a:lnTo>
                    <a:pt x="53644" y="1270152"/>
                  </a:lnTo>
                  <a:lnTo>
                    <a:pt x="55626" y="1320914"/>
                  </a:lnTo>
                  <a:lnTo>
                    <a:pt x="36791" y="1321574"/>
                  </a:lnTo>
                  <a:lnTo>
                    <a:pt x="39001" y="1385036"/>
                  </a:lnTo>
                  <a:lnTo>
                    <a:pt x="57619" y="1384388"/>
                  </a:lnTo>
                  <a:lnTo>
                    <a:pt x="59601" y="1435150"/>
                  </a:lnTo>
                  <a:lnTo>
                    <a:pt x="40779" y="1435798"/>
                  </a:lnTo>
                  <a:lnTo>
                    <a:pt x="43002" y="1499260"/>
                  </a:lnTo>
                  <a:lnTo>
                    <a:pt x="61595" y="1485912"/>
                  </a:lnTo>
                  <a:close/>
                </a:path>
                <a:path w="5746115" h="5751195">
                  <a:moveTo>
                    <a:pt x="65582" y="1600136"/>
                  </a:moveTo>
                  <a:lnTo>
                    <a:pt x="61988" y="1498600"/>
                  </a:lnTo>
                  <a:lnTo>
                    <a:pt x="63576" y="1549374"/>
                  </a:lnTo>
                  <a:lnTo>
                    <a:pt x="44767" y="1550035"/>
                  </a:lnTo>
                  <a:lnTo>
                    <a:pt x="46545" y="1600809"/>
                  </a:lnTo>
                  <a:lnTo>
                    <a:pt x="65557" y="1600149"/>
                  </a:lnTo>
                  <a:close/>
                </a:path>
                <a:path w="5746115" h="5751195">
                  <a:moveTo>
                    <a:pt x="69570" y="1714373"/>
                  </a:moveTo>
                  <a:lnTo>
                    <a:pt x="65557" y="1600149"/>
                  </a:lnTo>
                  <a:lnTo>
                    <a:pt x="67538" y="1663611"/>
                  </a:lnTo>
                  <a:lnTo>
                    <a:pt x="48755" y="1664258"/>
                  </a:lnTo>
                  <a:lnTo>
                    <a:pt x="50533" y="1715033"/>
                  </a:lnTo>
                  <a:lnTo>
                    <a:pt x="69532" y="1714385"/>
                  </a:lnTo>
                  <a:close/>
                </a:path>
                <a:path w="5746115" h="5751195">
                  <a:moveTo>
                    <a:pt x="73558" y="1828596"/>
                  </a:moveTo>
                  <a:lnTo>
                    <a:pt x="69532" y="1714385"/>
                  </a:lnTo>
                  <a:lnTo>
                    <a:pt x="71513" y="1777834"/>
                  </a:lnTo>
                  <a:lnTo>
                    <a:pt x="52743" y="1778495"/>
                  </a:lnTo>
                  <a:lnTo>
                    <a:pt x="54521" y="1829269"/>
                  </a:lnTo>
                  <a:lnTo>
                    <a:pt x="73494" y="1828609"/>
                  </a:lnTo>
                  <a:close/>
                </a:path>
                <a:path w="5746115" h="5751195">
                  <a:moveTo>
                    <a:pt x="75780" y="265468"/>
                  </a:moveTo>
                  <a:lnTo>
                    <a:pt x="31699" y="228892"/>
                  </a:lnTo>
                  <a:lnTo>
                    <a:pt x="17005" y="216687"/>
                  </a:lnTo>
                  <a:lnTo>
                    <a:pt x="4686" y="229831"/>
                  </a:lnTo>
                  <a:lnTo>
                    <a:pt x="2387" y="242620"/>
                  </a:lnTo>
                  <a:lnTo>
                    <a:pt x="21551" y="248589"/>
                  </a:lnTo>
                  <a:lnTo>
                    <a:pt x="22669" y="241909"/>
                  </a:lnTo>
                  <a:lnTo>
                    <a:pt x="30695" y="228917"/>
                  </a:lnTo>
                  <a:lnTo>
                    <a:pt x="75780" y="265468"/>
                  </a:lnTo>
                  <a:close/>
                </a:path>
                <a:path w="5746115" h="5751195">
                  <a:moveTo>
                    <a:pt x="75780" y="265468"/>
                  </a:moveTo>
                  <a:lnTo>
                    <a:pt x="21551" y="248589"/>
                  </a:lnTo>
                  <a:lnTo>
                    <a:pt x="20535" y="254685"/>
                  </a:lnTo>
                  <a:lnTo>
                    <a:pt x="75780" y="265468"/>
                  </a:lnTo>
                  <a:close/>
                </a:path>
                <a:path w="5746115" h="5751195">
                  <a:moveTo>
                    <a:pt x="77546" y="1942833"/>
                  </a:moveTo>
                  <a:lnTo>
                    <a:pt x="73494" y="1828609"/>
                  </a:lnTo>
                  <a:lnTo>
                    <a:pt x="75488" y="1892071"/>
                  </a:lnTo>
                  <a:lnTo>
                    <a:pt x="56730" y="1892731"/>
                  </a:lnTo>
                  <a:lnTo>
                    <a:pt x="58508" y="1943493"/>
                  </a:lnTo>
                  <a:lnTo>
                    <a:pt x="77470" y="1942846"/>
                  </a:lnTo>
                  <a:close/>
                </a:path>
                <a:path w="5746115" h="5751195">
                  <a:moveTo>
                    <a:pt x="81457" y="2057057"/>
                  </a:moveTo>
                  <a:lnTo>
                    <a:pt x="77470" y="1942846"/>
                  </a:lnTo>
                  <a:lnTo>
                    <a:pt x="79451" y="2006307"/>
                  </a:lnTo>
                  <a:lnTo>
                    <a:pt x="60731" y="2006955"/>
                  </a:lnTo>
                  <a:lnTo>
                    <a:pt x="62496" y="2057730"/>
                  </a:lnTo>
                  <a:lnTo>
                    <a:pt x="81445" y="2057069"/>
                  </a:lnTo>
                  <a:close/>
                </a:path>
                <a:path w="5746115" h="5751195">
                  <a:moveTo>
                    <a:pt x="85458" y="2171293"/>
                  </a:moveTo>
                  <a:lnTo>
                    <a:pt x="81445" y="2057069"/>
                  </a:lnTo>
                  <a:lnTo>
                    <a:pt x="83426" y="2120531"/>
                  </a:lnTo>
                  <a:lnTo>
                    <a:pt x="64719" y="2121192"/>
                  </a:lnTo>
                  <a:lnTo>
                    <a:pt x="66484" y="2171954"/>
                  </a:lnTo>
                  <a:lnTo>
                    <a:pt x="85407" y="2171306"/>
                  </a:lnTo>
                  <a:close/>
                </a:path>
                <a:path w="5746115" h="5751195">
                  <a:moveTo>
                    <a:pt x="89446" y="2285517"/>
                  </a:moveTo>
                  <a:lnTo>
                    <a:pt x="85407" y="2171306"/>
                  </a:lnTo>
                  <a:lnTo>
                    <a:pt x="87401" y="2234768"/>
                  </a:lnTo>
                  <a:lnTo>
                    <a:pt x="68707" y="2235416"/>
                  </a:lnTo>
                  <a:lnTo>
                    <a:pt x="70472" y="2286190"/>
                  </a:lnTo>
                  <a:lnTo>
                    <a:pt x="89382" y="2285530"/>
                  </a:lnTo>
                  <a:close/>
                </a:path>
                <a:path w="5746115" h="5751195">
                  <a:moveTo>
                    <a:pt x="93446" y="2399754"/>
                  </a:moveTo>
                  <a:lnTo>
                    <a:pt x="89382" y="2285530"/>
                  </a:lnTo>
                  <a:lnTo>
                    <a:pt x="91363" y="2348992"/>
                  </a:lnTo>
                  <a:lnTo>
                    <a:pt x="72694" y="2349652"/>
                  </a:lnTo>
                  <a:lnTo>
                    <a:pt x="74460" y="2400414"/>
                  </a:lnTo>
                  <a:lnTo>
                    <a:pt x="93357" y="2399766"/>
                  </a:lnTo>
                  <a:close/>
                </a:path>
                <a:path w="5746115" h="5751195">
                  <a:moveTo>
                    <a:pt x="97434" y="2513977"/>
                  </a:moveTo>
                  <a:lnTo>
                    <a:pt x="93357" y="2399766"/>
                  </a:lnTo>
                  <a:lnTo>
                    <a:pt x="95338" y="2463228"/>
                  </a:lnTo>
                  <a:lnTo>
                    <a:pt x="76682" y="2463876"/>
                  </a:lnTo>
                  <a:lnTo>
                    <a:pt x="78460" y="2514650"/>
                  </a:lnTo>
                  <a:lnTo>
                    <a:pt x="97320" y="2513990"/>
                  </a:lnTo>
                  <a:close/>
                </a:path>
                <a:path w="5746115" h="5751195">
                  <a:moveTo>
                    <a:pt x="110998" y="2901797"/>
                  </a:moveTo>
                  <a:lnTo>
                    <a:pt x="103657" y="2691676"/>
                  </a:lnTo>
                  <a:lnTo>
                    <a:pt x="97320" y="2513990"/>
                  </a:lnTo>
                  <a:lnTo>
                    <a:pt x="99314" y="2577452"/>
                  </a:lnTo>
                  <a:lnTo>
                    <a:pt x="80670" y="2578112"/>
                  </a:lnTo>
                  <a:lnTo>
                    <a:pt x="82448" y="2628874"/>
                  </a:lnTo>
                  <a:lnTo>
                    <a:pt x="101295" y="2628214"/>
                  </a:lnTo>
                  <a:lnTo>
                    <a:pt x="103276" y="2691688"/>
                  </a:lnTo>
                  <a:lnTo>
                    <a:pt x="84658" y="2692336"/>
                  </a:lnTo>
                  <a:lnTo>
                    <a:pt x="86436" y="2743111"/>
                  </a:lnTo>
                  <a:lnTo>
                    <a:pt x="105270" y="2742450"/>
                  </a:lnTo>
                  <a:lnTo>
                    <a:pt x="107251" y="2805925"/>
                  </a:lnTo>
                  <a:lnTo>
                    <a:pt x="88646" y="2806573"/>
                  </a:lnTo>
                  <a:lnTo>
                    <a:pt x="90424" y="2857335"/>
                  </a:lnTo>
                  <a:lnTo>
                    <a:pt x="109232" y="2856674"/>
                  </a:lnTo>
                  <a:lnTo>
                    <a:pt x="110998" y="2901797"/>
                  </a:lnTo>
                  <a:close/>
                </a:path>
                <a:path w="5746115" h="5751195">
                  <a:moveTo>
                    <a:pt x="115214" y="3021673"/>
                  </a:moveTo>
                  <a:lnTo>
                    <a:pt x="111226" y="2907436"/>
                  </a:lnTo>
                  <a:lnTo>
                    <a:pt x="92633" y="2920796"/>
                  </a:lnTo>
                  <a:lnTo>
                    <a:pt x="94411" y="2971571"/>
                  </a:lnTo>
                  <a:lnTo>
                    <a:pt x="113207" y="2970911"/>
                  </a:lnTo>
                  <a:lnTo>
                    <a:pt x="115214" y="3021673"/>
                  </a:lnTo>
                  <a:close/>
                </a:path>
                <a:path w="5746115" h="5751195">
                  <a:moveTo>
                    <a:pt x="119189" y="3135909"/>
                  </a:moveTo>
                  <a:lnTo>
                    <a:pt x="115189" y="3021673"/>
                  </a:lnTo>
                  <a:lnTo>
                    <a:pt x="96177" y="3022333"/>
                  </a:lnTo>
                  <a:lnTo>
                    <a:pt x="98399" y="3085795"/>
                  </a:lnTo>
                  <a:lnTo>
                    <a:pt x="117182" y="3085147"/>
                  </a:lnTo>
                  <a:lnTo>
                    <a:pt x="119189" y="3135909"/>
                  </a:lnTo>
                  <a:close/>
                </a:path>
                <a:path w="5746115" h="5751195">
                  <a:moveTo>
                    <a:pt x="123177" y="3250133"/>
                  </a:moveTo>
                  <a:lnTo>
                    <a:pt x="119164" y="3135909"/>
                  </a:lnTo>
                  <a:lnTo>
                    <a:pt x="100177" y="3136569"/>
                  </a:lnTo>
                  <a:lnTo>
                    <a:pt x="102387" y="3200031"/>
                  </a:lnTo>
                  <a:lnTo>
                    <a:pt x="121145" y="3199371"/>
                  </a:lnTo>
                  <a:lnTo>
                    <a:pt x="123177" y="3250133"/>
                  </a:lnTo>
                  <a:close/>
                </a:path>
                <a:path w="5746115" h="5751195">
                  <a:moveTo>
                    <a:pt x="127177" y="3364369"/>
                  </a:moveTo>
                  <a:lnTo>
                    <a:pt x="123139" y="3250133"/>
                  </a:lnTo>
                  <a:lnTo>
                    <a:pt x="104165" y="3250793"/>
                  </a:lnTo>
                  <a:lnTo>
                    <a:pt x="106375" y="3314255"/>
                  </a:lnTo>
                  <a:lnTo>
                    <a:pt x="125120" y="3313607"/>
                  </a:lnTo>
                  <a:lnTo>
                    <a:pt x="127177" y="3364369"/>
                  </a:lnTo>
                  <a:close/>
                </a:path>
                <a:path w="5746115" h="5751195">
                  <a:moveTo>
                    <a:pt x="131165" y="3478593"/>
                  </a:moveTo>
                  <a:lnTo>
                    <a:pt x="127101" y="3364369"/>
                  </a:lnTo>
                  <a:lnTo>
                    <a:pt x="108153" y="3365030"/>
                  </a:lnTo>
                  <a:lnTo>
                    <a:pt x="110363" y="3428492"/>
                  </a:lnTo>
                  <a:lnTo>
                    <a:pt x="129095" y="3427831"/>
                  </a:lnTo>
                  <a:lnTo>
                    <a:pt x="131165" y="3478593"/>
                  </a:lnTo>
                  <a:close/>
                </a:path>
                <a:path w="5746115" h="5751195">
                  <a:moveTo>
                    <a:pt x="135153" y="3592830"/>
                  </a:moveTo>
                  <a:lnTo>
                    <a:pt x="131076" y="3478593"/>
                  </a:lnTo>
                  <a:lnTo>
                    <a:pt x="112141" y="3479254"/>
                  </a:lnTo>
                  <a:lnTo>
                    <a:pt x="114350" y="3542715"/>
                  </a:lnTo>
                  <a:lnTo>
                    <a:pt x="133057" y="3542068"/>
                  </a:lnTo>
                  <a:lnTo>
                    <a:pt x="135153" y="3592830"/>
                  </a:lnTo>
                  <a:close/>
                </a:path>
                <a:path w="5746115" h="5751195">
                  <a:moveTo>
                    <a:pt x="160870" y="4328973"/>
                  </a:moveTo>
                  <a:lnTo>
                    <a:pt x="135051" y="3592830"/>
                  </a:lnTo>
                  <a:lnTo>
                    <a:pt x="116128" y="3593490"/>
                  </a:lnTo>
                  <a:lnTo>
                    <a:pt x="118338" y="3656952"/>
                  </a:lnTo>
                  <a:lnTo>
                    <a:pt x="137033" y="3656292"/>
                  </a:lnTo>
                  <a:lnTo>
                    <a:pt x="139014" y="3707053"/>
                  </a:lnTo>
                  <a:lnTo>
                    <a:pt x="120116" y="3707714"/>
                  </a:lnTo>
                  <a:lnTo>
                    <a:pt x="122339" y="3771176"/>
                  </a:lnTo>
                  <a:lnTo>
                    <a:pt x="141008" y="3770528"/>
                  </a:lnTo>
                  <a:lnTo>
                    <a:pt x="142989" y="3821290"/>
                  </a:lnTo>
                  <a:lnTo>
                    <a:pt x="124104" y="3821950"/>
                  </a:lnTo>
                  <a:lnTo>
                    <a:pt x="126326" y="3885412"/>
                  </a:lnTo>
                  <a:lnTo>
                    <a:pt x="144970" y="3884765"/>
                  </a:lnTo>
                  <a:lnTo>
                    <a:pt x="146964" y="3935526"/>
                  </a:lnTo>
                  <a:lnTo>
                    <a:pt x="128092" y="3936174"/>
                  </a:lnTo>
                  <a:lnTo>
                    <a:pt x="130314" y="3999636"/>
                  </a:lnTo>
                  <a:lnTo>
                    <a:pt x="148945" y="3998988"/>
                  </a:lnTo>
                  <a:lnTo>
                    <a:pt x="150926" y="4049750"/>
                  </a:lnTo>
                  <a:lnTo>
                    <a:pt x="132080" y="4050411"/>
                  </a:lnTo>
                  <a:lnTo>
                    <a:pt x="134302" y="4113873"/>
                  </a:lnTo>
                  <a:lnTo>
                    <a:pt x="152920" y="4113225"/>
                  </a:lnTo>
                  <a:lnTo>
                    <a:pt x="154901" y="4163987"/>
                  </a:lnTo>
                  <a:lnTo>
                    <a:pt x="136067" y="4164634"/>
                  </a:lnTo>
                  <a:lnTo>
                    <a:pt x="138290" y="4228096"/>
                  </a:lnTo>
                  <a:lnTo>
                    <a:pt x="156883" y="4227449"/>
                  </a:lnTo>
                  <a:lnTo>
                    <a:pt x="158877" y="4278211"/>
                  </a:lnTo>
                  <a:lnTo>
                    <a:pt x="140055" y="4278871"/>
                  </a:lnTo>
                  <a:lnTo>
                    <a:pt x="142278" y="4342333"/>
                  </a:lnTo>
                  <a:lnTo>
                    <a:pt x="160870" y="4328973"/>
                  </a:lnTo>
                  <a:close/>
                </a:path>
                <a:path w="5746115" h="5751195">
                  <a:moveTo>
                    <a:pt x="164858" y="4443209"/>
                  </a:moveTo>
                  <a:lnTo>
                    <a:pt x="161251" y="4341673"/>
                  </a:lnTo>
                  <a:lnTo>
                    <a:pt x="162839" y="4392447"/>
                  </a:lnTo>
                  <a:lnTo>
                    <a:pt x="144056" y="4393108"/>
                  </a:lnTo>
                  <a:lnTo>
                    <a:pt x="145821" y="4443869"/>
                  </a:lnTo>
                  <a:lnTo>
                    <a:pt x="164833" y="4443222"/>
                  </a:lnTo>
                  <a:close/>
                </a:path>
                <a:path w="5746115" h="5751195">
                  <a:moveTo>
                    <a:pt x="164960" y="202857"/>
                  </a:moveTo>
                  <a:lnTo>
                    <a:pt x="164299" y="184073"/>
                  </a:lnTo>
                  <a:lnTo>
                    <a:pt x="106997" y="186067"/>
                  </a:lnTo>
                  <a:lnTo>
                    <a:pt x="107645" y="204851"/>
                  </a:lnTo>
                  <a:lnTo>
                    <a:pt x="164960" y="202857"/>
                  </a:lnTo>
                  <a:close/>
                </a:path>
                <a:path w="5746115" h="5751195">
                  <a:moveTo>
                    <a:pt x="168846" y="4557433"/>
                  </a:moveTo>
                  <a:lnTo>
                    <a:pt x="164833" y="4443222"/>
                  </a:lnTo>
                  <a:lnTo>
                    <a:pt x="166814" y="4506671"/>
                  </a:lnTo>
                  <a:lnTo>
                    <a:pt x="148043" y="4507331"/>
                  </a:lnTo>
                  <a:lnTo>
                    <a:pt x="149809" y="4558106"/>
                  </a:lnTo>
                  <a:lnTo>
                    <a:pt x="168795" y="4557446"/>
                  </a:lnTo>
                  <a:close/>
                </a:path>
                <a:path w="5746115" h="5751195">
                  <a:moveTo>
                    <a:pt x="172834" y="4671669"/>
                  </a:moveTo>
                  <a:lnTo>
                    <a:pt x="168795" y="4557446"/>
                  </a:lnTo>
                  <a:lnTo>
                    <a:pt x="170789" y="4620907"/>
                  </a:lnTo>
                  <a:lnTo>
                    <a:pt x="152031" y="4621568"/>
                  </a:lnTo>
                  <a:lnTo>
                    <a:pt x="153797" y="4672330"/>
                  </a:lnTo>
                  <a:lnTo>
                    <a:pt x="172770" y="4671682"/>
                  </a:lnTo>
                  <a:close/>
                </a:path>
                <a:path w="5746115" h="5751195">
                  <a:moveTo>
                    <a:pt x="176834" y="4785893"/>
                  </a:moveTo>
                  <a:lnTo>
                    <a:pt x="172770" y="4671682"/>
                  </a:lnTo>
                  <a:lnTo>
                    <a:pt x="174752" y="4735144"/>
                  </a:lnTo>
                  <a:lnTo>
                    <a:pt x="156019" y="4735792"/>
                  </a:lnTo>
                  <a:lnTo>
                    <a:pt x="157784" y="4786566"/>
                  </a:lnTo>
                  <a:lnTo>
                    <a:pt x="176745" y="4785906"/>
                  </a:lnTo>
                  <a:close/>
                </a:path>
                <a:path w="5746115" h="5751195">
                  <a:moveTo>
                    <a:pt x="180822" y="4900130"/>
                  </a:moveTo>
                  <a:lnTo>
                    <a:pt x="176745" y="4785906"/>
                  </a:lnTo>
                  <a:lnTo>
                    <a:pt x="178727" y="4849368"/>
                  </a:lnTo>
                  <a:lnTo>
                    <a:pt x="160007" y="4850028"/>
                  </a:lnTo>
                  <a:lnTo>
                    <a:pt x="161785" y="4900790"/>
                  </a:lnTo>
                  <a:lnTo>
                    <a:pt x="180708" y="4900142"/>
                  </a:lnTo>
                  <a:close/>
                </a:path>
                <a:path w="5746115" h="5751195">
                  <a:moveTo>
                    <a:pt x="184810" y="5014353"/>
                  </a:moveTo>
                  <a:lnTo>
                    <a:pt x="180708" y="4900142"/>
                  </a:lnTo>
                  <a:lnTo>
                    <a:pt x="182702" y="4963604"/>
                  </a:lnTo>
                  <a:lnTo>
                    <a:pt x="163995" y="4964252"/>
                  </a:lnTo>
                  <a:lnTo>
                    <a:pt x="165773" y="5015027"/>
                  </a:lnTo>
                  <a:lnTo>
                    <a:pt x="184683" y="5014366"/>
                  </a:lnTo>
                  <a:lnTo>
                    <a:pt x="184810" y="5014353"/>
                  </a:lnTo>
                  <a:close/>
                </a:path>
                <a:path w="5746115" h="5751195">
                  <a:moveTo>
                    <a:pt x="206527" y="5636272"/>
                  </a:moveTo>
                  <a:lnTo>
                    <a:pt x="184683" y="5014366"/>
                  </a:lnTo>
                  <a:lnTo>
                    <a:pt x="186664" y="5077828"/>
                  </a:lnTo>
                  <a:lnTo>
                    <a:pt x="167982" y="5078488"/>
                  </a:lnTo>
                  <a:lnTo>
                    <a:pt x="169760" y="5129250"/>
                  </a:lnTo>
                  <a:lnTo>
                    <a:pt x="188658" y="5128590"/>
                  </a:lnTo>
                  <a:lnTo>
                    <a:pt x="190639" y="5192065"/>
                  </a:lnTo>
                  <a:lnTo>
                    <a:pt x="171970" y="5192712"/>
                  </a:lnTo>
                  <a:lnTo>
                    <a:pt x="173748" y="5243487"/>
                  </a:lnTo>
                  <a:lnTo>
                    <a:pt x="192620" y="5242826"/>
                  </a:lnTo>
                  <a:lnTo>
                    <a:pt x="194614" y="5306288"/>
                  </a:lnTo>
                  <a:lnTo>
                    <a:pt x="175958" y="5306949"/>
                  </a:lnTo>
                  <a:lnTo>
                    <a:pt x="177736" y="5357711"/>
                  </a:lnTo>
                  <a:lnTo>
                    <a:pt x="196596" y="5357050"/>
                  </a:lnTo>
                  <a:lnTo>
                    <a:pt x="198577" y="5420525"/>
                  </a:lnTo>
                  <a:lnTo>
                    <a:pt x="179946" y="5421173"/>
                  </a:lnTo>
                  <a:lnTo>
                    <a:pt x="181724" y="5471947"/>
                  </a:lnTo>
                  <a:lnTo>
                    <a:pt x="200571" y="5471287"/>
                  </a:lnTo>
                  <a:lnTo>
                    <a:pt x="202552" y="5534761"/>
                  </a:lnTo>
                  <a:lnTo>
                    <a:pt x="183934" y="5535409"/>
                  </a:lnTo>
                  <a:lnTo>
                    <a:pt x="185712" y="5586171"/>
                  </a:lnTo>
                  <a:lnTo>
                    <a:pt x="204533" y="5585523"/>
                  </a:lnTo>
                  <a:lnTo>
                    <a:pt x="206527" y="5636272"/>
                  </a:lnTo>
                  <a:close/>
                </a:path>
                <a:path w="5746115" h="5751195">
                  <a:moveTo>
                    <a:pt x="210515" y="5750509"/>
                  </a:moveTo>
                  <a:lnTo>
                    <a:pt x="206527" y="5636272"/>
                  </a:lnTo>
                  <a:lnTo>
                    <a:pt x="187934" y="5649633"/>
                  </a:lnTo>
                  <a:lnTo>
                    <a:pt x="189699" y="5700407"/>
                  </a:lnTo>
                  <a:lnTo>
                    <a:pt x="208508" y="5699747"/>
                  </a:lnTo>
                  <a:lnTo>
                    <a:pt x="210515" y="5750509"/>
                  </a:lnTo>
                  <a:close/>
                </a:path>
                <a:path w="5746115" h="5751195">
                  <a:moveTo>
                    <a:pt x="221615" y="181813"/>
                  </a:moveTo>
                  <a:lnTo>
                    <a:pt x="192963" y="183070"/>
                  </a:lnTo>
                  <a:lnTo>
                    <a:pt x="221615" y="182067"/>
                  </a:lnTo>
                  <a:lnTo>
                    <a:pt x="221615" y="181813"/>
                  </a:lnTo>
                  <a:close/>
                </a:path>
                <a:path w="5746115" h="5751195">
                  <a:moveTo>
                    <a:pt x="279539" y="198856"/>
                  </a:moveTo>
                  <a:lnTo>
                    <a:pt x="278892" y="180060"/>
                  </a:lnTo>
                  <a:lnTo>
                    <a:pt x="221615" y="182067"/>
                  </a:lnTo>
                  <a:lnTo>
                    <a:pt x="222275" y="200850"/>
                  </a:lnTo>
                  <a:lnTo>
                    <a:pt x="279539" y="198856"/>
                  </a:lnTo>
                  <a:close/>
                </a:path>
                <a:path w="5746115" h="5751195">
                  <a:moveTo>
                    <a:pt x="336194" y="177939"/>
                  </a:moveTo>
                  <a:lnTo>
                    <a:pt x="324739" y="178460"/>
                  </a:lnTo>
                  <a:lnTo>
                    <a:pt x="336194" y="178066"/>
                  </a:lnTo>
                  <a:lnTo>
                    <a:pt x="336194" y="177939"/>
                  </a:lnTo>
                  <a:close/>
                </a:path>
                <a:path w="5746115" h="5751195">
                  <a:moveTo>
                    <a:pt x="394119" y="194856"/>
                  </a:moveTo>
                  <a:lnTo>
                    <a:pt x="393471" y="176060"/>
                  </a:lnTo>
                  <a:lnTo>
                    <a:pt x="336194" y="178066"/>
                  </a:lnTo>
                  <a:lnTo>
                    <a:pt x="336854" y="196850"/>
                  </a:lnTo>
                  <a:lnTo>
                    <a:pt x="289115" y="199148"/>
                  </a:lnTo>
                  <a:lnTo>
                    <a:pt x="291020" y="199085"/>
                  </a:lnTo>
                  <a:lnTo>
                    <a:pt x="348322" y="196443"/>
                  </a:lnTo>
                  <a:lnTo>
                    <a:pt x="394119" y="194856"/>
                  </a:lnTo>
                  <a:close/>
                </a:path>
                <a:path w="5746115" h="5751195">
                  <a:moveTo>
                    <a:pt x="508698" y="190842"/>
                  </a:moveTo>
                  <a:lnTo>
                    <a:pt x="508050" y="172059"/>
                  </a:lnTo>
                  <a:lnTo>
                    <a:pt x="450773" y="174066"/>
                  </a:lnTo>
                  <a:lnTo>
                    <a:pt x="451434" y="192849"/>
                  </a:lnTo>
                  <a:lnTo>
                    <a:pt x="508698" y="190842"/>
                  </a:lnTo>
                  <a:close/>
                </a:path>
                <a:path w="5746115" h="5751195">
                  <a:moveTo>
                    <a:pt x="623328" y="186842"/>
                  </a:moveTo>
                  <a:lnTo>
                    <a:pt x="622668" y="168059"/>
                  </a:lnTo>
                  <a:lnTo>
                    <a:pt x="565365" y="170065"/>
                  </a:lnTo>
                  <a:lnTo>
                    <a:pt x="566013" y="188849"/>
                  </a:lnTo>
                  <a:lnTo>
                    <a:pt x="623328" y="186842"/>
                  </a:lnTo>
                  <a:close/>
                </a:path>
                <a:path w="5746115" h="5751195">
                  <a:moveTo>
                    <a:pt x="641756" y="167398"/>
                  </a:moveTo>
                  <a:lnTo>
                    <a:pt x="622668" y="167805"/>
                  </a:lnTo>
                  <a:lnTo>
                    <a:pt x="622668" y="168059"/>
                  </a:lnTo>
                  <a:lnTo>
                    <a:pt x="641756" y="167398"/>
                  </a:lnTo>
                  <a:close/>
                </a:path>
                <a:path w="5746115" h="5751195">
                  <a:moveTo>
                    <a:pt x="737908" y="182841"/>
                  </a:moveTo>
                  <a:lnTo>
                    <a:pt x="737247" y="164058"/>
                  </a:lnTo>
                  <a:lnTo>
                    <a:pt x="679945" y="166065"/>
                  </a:lnTo>
                  <a:lnTo>
                    <a:pt x="680593" y="184848"/>
                  </a:lnTo>
                  <a:lnTo>
                    <a:pt x="737908" y="182841"/>
                  </a:lnTo>
                  <a:close/>
                </a:path>
                <a:path w="5746115" h="5751195">
                  <a:moveTo>
                    <a:pt x="852487" y="178841"/>
                  </a:moveTo>
                  <a:lnTo>
                    <a:pt x="851827" y="160058"/>
                  </a:lnTo>
                  <a:lnTo>
                    <a:pt x="794524" y="162064"/>
                  </a:lnTo>
                  <a:lnTo>
                    <a:pt x="795172" y="180848"/>
                  </a:lnTo>
                  <a:lnTo>
                    <a:pt x="852487" y="178841"/>
                  </a:lnTo>
                  <a:close/>
                </a:path>
                <a:path w="5746115" h="5751195">
                  <a:moveTo>
                    <a:pt x="967066" y="174840"/>
                  </a:moveTo>
                  <a:lnTo>
                    <a:pt x="966508" y="158851"/>
                  </a:lnTo>
                  <a:lnTo>
                    <a:pt x="966419" y="156057"/>
                  </a:lnTo>
                  <a:lnTo>
                    <a:pt x="909104" y="158064"/>
                  </a:lnTo>
                  <a:lnTo>
                    <a:pt x="909129" y="158953"/>
                  </a:lnTo>
                  <a:lnTo>
                    <a:pt x="909751" y="176847"/>
                  </a:lnTo>
                  <a:lnTo>
                    <a:pt x="967066" y="174840"/>
                  </a:lnTo>
                  <a:close/>
                </a:path>
                <a:path w="5746115" h="5751195">
                  <a:moveTo>
                    <a:pt x="1023721" y="153797"/>
                  </a:moveTo>
                  <a:lnTo>
                    <a:pt x="1000798" y="154851"/>
                  </a:lnTo>
                  <a:lnTo>
                    <a:pt x="1023721" y="154051"/>
                  </a:lnTo>
                  <a:lnTo>
                    <a:pt x="1023721" y="153797"/>
                  </a:lnTo>
                  <a:close/>
                </a:path>
                <a:path w="5746115" h="5751195">
                  <a:moveTo>
                    <a:pt x="1081646" y="170840"/>
                  </a:moveTo>
                  <a:lnTo>
                    <a:pt x="1080998" y="152057"/>
                  </a:lnTo>
                  <a:lnTo>
                    <a:pt x="1023721" y="154051"/>
                  </a:lnTo>
                  <a:lnTo>
                    <a:pt x="1024382" y="172847"/>
                  </a:lnTo>
                  <a:lnTo>
                    <a:pt x="967092" y="175475"/>
                  </a:lnTo>
                  <a:lnTo>
                    <a:pt x="1038707" y="172339"/>
                  </a:lnTo>
                  <a:lnTo>
                    <a:pt x="1081646" y="170840"/>
                  </a:lnTo>
                  <a:close/>
                </a:path>
                <a:path w="5746115" h="5751195">
                  <a:moveTo>
                    <a:pt x="1196225" y="166839"/>
                  </a:moveTo>
                  <a:lnTo>
                    <a:pt x="1195578" y="148056"/>
                  </a:lnTo>
                  <a:lnTo>
                    <a:pt x="1138301" y="150050"/>
                  </a:lnTo>
                  <a:lnTo>
                    <a:pt x="1138961" y="168833"/>
                  </a:lnTo>
                  <a:lnTo>
                    <a:pt x="1196225" y="166839"/>
                  </a:lnTo>
                  <a:close/>
                </a:path>
                <a:path w="5746115" h="5751195">
                  <a:moveTo>
                    <a:pt x="1310805" y="162839"/>
                  </a:moveTo>
                  <a:lnTo>
                    <a:pt x="1310157" y="144056"/>
                  </a:lnTo>
                  <a:lnTo>
                    <a:pt x="1252880" y="146050"/>
                  </a:lnTo>
                  <a:lnTo>
                    <a:pt x="1253540" y="164833"/>
                  </a:lnTo>
                  <a:lnTo>
                    <a:pt x="1310805" y="162839"/>
                  </a:lnTo>
                  <a:close/>
                </a:path>
                <a:path w="5746115" h="5751195">
                  <a:moveTo>
                    <a:pt x="1425435" y="158838"/>
                  </a:moveTo>
                  <a:lnTo>
                    <a:pt x="1424774" y="140055"/>
                  </a:lnTo>
                  <a:lnTo>
                    <a:pt x="1367472" y="142049"/>
                  </a:lnTo>
                  <a:lnTo>
                    <a:pt x="1368120" y="160832"/>
                  </a:lnTo>
                  <a:lnTo>
                    <a:pt x="1425435" y="158838"/>
                  </a:lnTo>
                  <a:close/>
                </a:path>
                <a:path w="5746115" h="5751195">
                  <a:moveTo>
                    <a:pt x="1435176" y="139687"/>
                  </a:moveTo>
                  <a:lnTo>
                    <a:pt x="1424774" y="139928"/>
                  </a:lnTo>
                  <a:lnTo>
                    <a:pt x="1424774" y="140055"/>
                  </a:lnTo>
                  <a:lnTo>
                    <a:pt x="1435176" y="139687"/>
                  </a:lnTo>
                  <a:close/>
                </a:path>
                <a:path w="5746115" h="5751195">
                  <a:moveTo>
                    <a:pt x="1482750" y="157086"/>
                  </a:moveTo>
                  <a:lnTo>
                    <a:pt x="1425435" y="158965"/>
                  </a:lnTo>
                  <a:lnTo>
                    <a:pt x="1425448" y="159092"/>
                  </a:lnTo>
                  <a:lnTo>
                    <a:pt x="1482750" y="157086"/>
                  </a:lnTo>
                  <a:close/>
                </a:path>
                <a:path w="5746115" h="5751195">
                  <a:moveTo>
                    <a:pt x="1540014" y="154838"/>
                  </a:moveTo>
                  <a:lnTo>
                    <a:pt x="1539354" y="136055"/>
                  </a:lnTo>
                  <a:lnTo>
                    <a:pt x="1482051" y="138049"/>
                  </a:lnTo>
                  <a:lnTo>
                    <a:pt x="1482699" y="156832"/>
                  </a:lnTo>
                  <a:lnTo>
                    <a:pt x="1540014" y="154838"/>
                  </a:lnTo>
                  <a:close/>
                </a:path>
                <a:path w="5746115" h="5751195">
                  <a:moveTo>
                    <a:pt x="1654594" y="150837"/>
                  </a:moveTo>
                  <a:lnTo>
                    <a:pt x="1654035" y="134835"/>
                  </a:lnTo>
                  <a:lnTo>
                    <a:pt x="1653946" y="132054"/>
                  </a:lnTo>
                  <a:lnTo>
                    <a:pt x="1596631" y="134061"/>
                  </a:lnTo>
                  <a:lnTo>
                    <a:pt x="1596656" y="134810"/>
                  </a:lnTo>
                  <a:lnTo>
                    <a:pt x="1597279" y="152831"/>
                  </a:lnTo>
                  <a:lnTo>
                    <a:pt x="1654594" y="150837"/>
                  </a:lnTo>
                  <a:close/>
                </a:path>
                <a:path w="5746115" h="5751195">
                  <a:moveTo>
                    <a:pt x="1769173" y="146837"/>
                  </a:moveTo>
                  <a:lnTo>
                    <a:pt x="1768614" y="130835"/>
                  </a:lnTo>
                  <a:lnTo>
                    <a:pt x="1768525" y="128054"/>
                  </a:lnTo>
                  <a:lnTo>
                    <a:pt x="1711210" y="130060"/>
                  </a:lnTo>
                  <a:lnTo>
                    <a:pt x="1711236" y="130937"/>
                  </a:lnTo>
                  <a:lnTo>
                    <a:pt x="1711909" y="148831"/>
                  </a:lnTo>
                  <a:lnTo>
                    <a:pt x="1769173" y="146837"/>
                  </a:lnTo>
                  <a:close/>
                </a:path>
                <a:path w="5746115" h="5751195">
                  <a:moveTo>
                    <a:pt x="1825828" y="125920"/>
                  </a:moveTo>
                  <a:lnTo>
                    <a:pt x="1811502" y="126542"/>
                  </a:lnTo>
                  <a:lnTo>
                    <a:pt x="1825828" y="126047"/>
                  </a:lnTo>
                  <a:lnTo>
                    <a:pt x="1825828" y="125920"/>
                  </a:lnTo>
                  <a:close/>
                </a:path>
                <a:path w="5746115" h="5751195">
                  <a:moveTo>
                    <a:pt x="1883752" y="142836"/>
                  </a:moveTo>
                  <a:lnTo>
                    <a:pt x="1883105" y="124040"/>
                  </a:lnTo>
                  <a:lnTo>
                    <a:pt x="1825828" y="126047"/>
                  </a:lnTo>
                  <a:lnTo>
                    <a:pt x="1826488" y="144830"/>
                  </a:lnTo>
                  <a:lnTo>
                    <a:pt x="1769198" y="147472"/>
                  </a:lnTo>
                  <a:lnTo>
                    <a:pt x="1840814" y="144335"/>
                  </a:lnTo>
                  <a:lnTo>
                    <a:pt x="1883752" y="142836"/>
                  </a:lnTo>
                  <a:close/>
                </a:path>
                <a:path w="5746115" h="5751195">
                  <a:moveTo>
                    <a:pt x="1998332" y="138836"/>
                  </a:moveTo>
                  <a:lnTo>
                    <a:pt x="1997684" y="120040"/>
                  </a:lnTo>
                  <a:lnTo>
                    <a:pt x="1940407" y="122047"/>
                  </a:lnTo>
                  <a:lnTo>
                    <a:pt x="1941068" y="140830"/>
                  </a:lnTo>
                  <a:lnTo>
                    <a:pt x="1998332" y="138836"/>
                  </a:lnTo>
                  <a:close/>
                </a:path>
                <a:path w="5746115" h="5751195">
                  <a:moveTo>
                    <a:pt x="2112962" y="134823"/>
                  </a:moveTo>
                  <a:lnTo>
                    <a:pt x="2112302" y="116039"/>
                  </a:lnTo>
                  <a:lnTo>
                    <a:pt x="2054999" y="118046"/>
                  </a:lnTo>
                  <a:lnTo>
                    <a:pt x="2055647" y="136829"/>
                  </a:lnTo>
                  <a:lnTo>
                    <a:pt x="2112962" y="134823"/>
                  </a:lnTo>
                  <a:close/>
                </a:path>
                <a:path w="5746115" h="5751195">
                  <a:moveTo>
                    <a:pt x="2134374" y="115277"/>
                  </a:moveTo>
                  <a:lnTo>
                    <a:pt x="2112302" y="115785"/>
                  </a:lnTo>
                  <a:lnTo>
                    <a:pt x="2112302" y="116039"/>
                  </a:lnTo>
                  <a:lnTo>
                    <a:pt x="2134374" y="115277"/>
                  </a:lnTo>
                  <a:close/>
                </a:path>
                <a:path w="5746115" h="5751195">
                  <a:moveTo>
                    <a:pt x="2227542" y="130822"/>
                  </a:moveTo>
                  <a:lnTo>
                    <a:pt x="2226881" y="112039"/>
                  </a:lnTo>
                  <a:lnTo>
                    <a:pt x="2169579" y="114046"/>
                  </a:lnTo>
                  <a:lnTo>
                    <a:pt x="2170226" y="132829"/>
                  </a:lnTo>
                  <a:lnTo>
                    <a:pt x="2227542" y="130962"/>
                  </a:lnTo>
                  <a:lnTo>
                    <a:pt x="2227542" y="130822"/>
                  </a:lnTo>
                  <a:close/>
                </a:path>
                <a:path w="5746115" h="5751195">
                  <a:moveTo>
                    <a:pt x="2236965" y="111683"/>
                  </a:moveTo>
                  <a:lnTo>
                    <a:pt x="2226881" y="111912"/>
                  </a:lnTo>
                  <a:lnTo>
                    <a:pt x="2226881" y="112039"/>
                  </a:lnTo>
                  <a:lnTo>
                    <a:pt x="2236965" y="111683"/>
                  </a:lnTo>
                  <a:close/>
                </a:path>
                <a:path w="5746115" h="5751195">
                  <a:moveTo>
                    <a:pt x="2342121" y="126822"/>
                  </a:moveTo>
                  <a:lnTo>
                    <a:pt x="2341549" y="110705"/>
                  </a:lnTo>
                  <a:lnTo>
                    <a:pt x="2341549" y="110451"/>
                  </a:lnTo>
                  <a:lnTo>
                    <a:pt x="2341461" y="108038"/>
                  </a:lnTo>
                  <a:lnTo>
                    <a:pt x="2284158" y="110045"/>
                  </a:lnTo>
                  <a:lnTo>
                    <a:pt x="2284171" y="110553"/>
                  </a:lnTo>
                  <a:lnTo>
                    <a:pt x="2334742" y="110693"/>
                  </a:lnTo>
                  <a:lnTo>
                    <a:pt x="2334387" y="110705"/>
                  </a:lnTo>
                  <a:lnTo>
                    <a:pt x="2284171" y="110680"/>
                  </a:lnTo>
                  <a:lnTo>
                    <a:pt x="2284806" y="128828"/>
                  </a:lnTo>
                  <a:lnTo>
                    <a:pt x="2342121" y="126822"/>
                  </a:lnTo>
                  <a:close/>
                </a:path>
                <a:path w="5746115" h="5751195">
                  <a:moveTo>
                    <a:pt x="2456700" y="122821"/>
                  </a:moveTo>
                  <a:lnTo>
                    <a:pt x="2456142" y="106832"/>
                  </a:lnTo>
                  <a:lnTo>
                    <a:pt x="2456053" y="104038"/>
                  </a:lnTo>
                  <a:lnTo>
                    <a:pt x="2398738" y="106045"/>
                  </a:lnTo>
                  <a:lnTo>
                    <a:pt x="2398763" y="106934"/>
                  </a:lnTo>
                  <a:lnTo>
                    <a:pt x="2399385" y="124828"/>
                  </a:lnTo>
                  <a:lnTo>
                    <a:pt x="2456700" y="122821"/>
                  </a:lnTo>
                  <a:close/>
                </a:path>
                <a:path w="5746115" h="5751195">
                  <a:moveTo>
                    <a:pt x="2513355" y="101790"/>
                  </a:moveTo>
                  <a:lnTo>
                    <a:pt x="2484704" y="103035"/>
                  </a:lnTo>
                  <a:lnTo>
                    <a:pt x="2513355" y="102044"/>
                  </a:lnTo>
                  <a:lnTo>
                    <a:pt x="2513355" y="101790"/>
                  </a:lnTo>
                  <a:close/>
                </a:path>
                <a:path w="5746115" h="5751195">
                  <a:moveTo>
                    <a:pt x="2571280" y="118821"/>
                  </a:moveTo>
                  <a:lnTo>
                    <a:pt x="2570632" y="100037"/>
                  </a:lnTo>
                  <a:lnTo>
                    <a:pt x="2513355" y="102044"/>
                  </a:lnTo>
                  <a:lnTo>
                    <a:pt x="2514015" y="120827"/>
                  </a:lnTo>
                  <a:lnTo>
                    <a:pt x="2571280" y="118821"/>
                  </a:lnTo>
                  <a:close/>
                </a:path>
                <a:path w="5746115" h="5751195">
                  <a:moveTo>
                    <a:pt x="2685859" y="114820"/>
                  </a:moveTo>
                  <a:lnTo>
                    <a:pt x="2685211" y="96037"/>
                  </a:lnTo>
                  <a:lnTo>
                    <a:pt x="2627934" y="98031"/>
                  </a:lnTo>
                  <a:lnTo>
                    <a:pt x="2628595" y="116827"/>
                  </a:lnTo>
                  <a:lnTo>
                    <a:pt x="2685859" y="114820"/>
                  </a:lnTo>
                  <a:close/>
                </a:path>
                <a:path w="5746115" h="5751195">
                  <a:moveTo>
                    <a:pt x="2800439" y="110820"/>
                  </a:moveTo>
                  <a:lnTo>
                    <a:pt x="2799791" y="92036"/>
                  </a:lnTo>
                  <a:lnTo>
                    <a:pt x="2742527" y="94030"/>
                  </a:lnTo>
                  <a:lnTo>
                    <a:pt x="2743174" y="112826"/>
                  </a:lnTo>
                  <a:lnTo>
                    <a:pt x="2800439" y="110820"/>
                  </a:lnTo>
                  <a:close/>
                </a:path>
                <a:path w="5746115" h="5751195">
                  <a:moveTo>
                    <a:pt x="2915069" y="106819"/>
                  </a:moveTo>
                  <a:lnTo>
                    <a:pt x="2914408" y="88036"/>
                  </a:lnTo>
                  <a:lnTo>
                    <a:pt x="2857106" y="90030"/>
                  </a:lnTo>
                  <a:lnTo>
                    <a:pt x="2857754" y="108813"/>
                  </a:lnTo>
                  <a:lnTo>
                    <a:pt x="2915069" y="106819"/>
                  </a:lnTo>
                  <a:close/>
                </a:path>
                <a:path w="5746115" h="5751195">
                  <a:moveTo>
                    <a:pt x="2932506" y="87401"/>
                  </a:moveTo>
                  <a:lnTo>
                    <a:pt x="2914408" y="87782"/>
                  </a:lnTo>
                  <a:lnTo>
                    <a:pt x="2914408" y="88036"/>
                  </a:lnTo>
                  <a:lnTo>
                    <a:pt x="2932506" y="87401"/>
                  </a:lnTo>
                  <a:close/>
                </a:path>
                <a:path w="5746115" h="5751195">
                  <a:moveTo>
                    <a:pt x="3029648" y="102819"/>
                  </a:moveTo>
                  <a:lnTo>
                    <a:pt x="3028988" y="84035"/>
                  </a:lnTo>
                  <a:lnTo>
                    <a:pt x="2971685" y="86029"/>
                  </a:lnTo>
                  <a:lnTo>
                    <a:pt x="2972333" y="104813"/>
                  </a:lnTo>
                  <a:lnTo>
                    <a:pt x="3029648" y="102819"/>
                  </a:lnTo>
                  <a:close/>
                </a:path>
                <a:path w="5746115" h="5751195">
                  <a:moveTo>
                    <a:pt x="3144228" y="98818"/>
                  </a:moveTo>
                  <a:lnTo>
                    <a:pt x="3143656" y="82448"/>
                  </a:lnTo>
                  <a:lnTo>
                    <a:pt x="3143580" y="80035"/>
                  </a:lnTo>
                  <a:lnTo>
                    <a:pt x="3086265" y="82042"/>
                  </a:lnTo>
                  <a:lnTo>
                    <a:pt x="3086290" y="82804"/>
                  </a:lnTo>
                  <a:lnTo>
                    <a:pt x="3086912" y="100812"/>
                  </a:lnTo>
                  <a:lnTo>
                    <a:pt x="3144228" y="98818"/>
                  </a:lnTo>
                  <a:close/>
                </a:path>
                <a:path w="5746115" h="5751195">
                  <a:moveTo>
                    <a:pt x="3258807" y="94818"/>
                  </a:moveTo>
                  <a:lnTo>
                    <a:pt x="3258248" y="78816"/>
                  </a:lnTo>
                  <a:lnTo>
                    <a:pt x="3258159" y="76034"/>
                  </a:lnTo>
                  <a:lnTo>
                    <a:pt x="3200844" y="78041"/>
                  </a:lnTo>
                  <a:lnTo>
                    <a:pt x="3200870" y="78917"/>
                  </a:lnTo>
                  <a:lnTo>
                    <a:pt x="3201492" y="96812"/>
                  </a:lnTo>
                  <a:lnTo>
                    <a:pt x="3258807" y="94818"/>
                  </a:lnTo>
                  <a:close/>
                </a:path>
                <a:path w="5746115" h="5751195">
                  <a:moveTo>
                    <a:pt x="3328822" y="73304"/>
                  </a:moveTo>
                  <a:lnTo>
                    <a:pt x="3315462" y="73774"/>
                  </a:lnTo>
                  <a:lnTo>
                    <a:pt x="3315462" y="73914"/>
                  </a:lnTo>
                  <a:lnTo>
                    <a:pt x="3328822" y="73304"/>
                  </a:lnTo>
                  <a:close/>
                </a:path>
                <a:path w="5746115" h="5751195">
                  <a:moveTo>
                    <a:pt x="3373386" y="90817"/>
                  </a:moveTo>
                  <a:lnTo>
                    <a:pt x="3372739" y="72034"/>
                  </a:lnTo>
                  <a:lnTo>
                    <a:pt x="3315462" y="74028"/>
                  </a:lnTo>
                  <a:lnTo>
                    <a:pt x="3316122" y="92811"/>
                  </a:lnTo>
                  <a:lnTo>
                    <a:pt x="3258832" y="95453"/>
                  </a:lnTo>
                  <a:lnTo>
                    <a:pt x="3330448" y="92316"/>
                  </a:lnTo>
                  <a:lnTo>
                    <a:pt x="3373386" y="90817"/>
                  </a:lnTo>
                  <a:close/>
                </a:path>
                <a:path w="5746115" h="5751195">
                  <a:moveTo>
                    <a:pt x="3487966" y="86817"/>
                  </a:moveTo>
                  <a:lnTo>
                    <a:pt x="3487318" y="68021"/>
                  </a:lnTo>
                  <a:lnTo>
                    <a:pt x="3430054" y="70027"/>
                  </a:lnTo>
                  <a:lnTo>
                    <a:pt x="3430701" y="88811"/>
                  </a:lnTo>
                  <a:lnTo>
                    <a:pt x="3487966" y="86817"/>
                  </a:lnTo>
                  <a:close/>
                </a:path>
                <a:path w="5746115" h="5751195">
                  <a:moveTo>
                    <a:pt x="3602558" y="82816"/>
                  </a:moveTo>
                  <a:lnTo>
                    <a:pt x="3601897" y="64020"/>
                  </a:lnTo>
                  <a:lnTo>
                    <a:pt x="3544633" y="66027"/>
                  </a:lnTo>
                  <a:lnTo>
                    <a:pt x="3545281" y="84810"/>
                  </a:lnTo>
                  <a:lnTo>
                    <a:pt x="3602558" y="82816"/>
                  </a:lnTo>
                  <a:close/>
                </a:path>
                <a:path w="5746115" h="5751195">
                  <a:moveTo>
                    <a:pt x="3717175" y="78803"/>
                  </a:moveTo>
                  <a:lnTo>
                    <a:pt x="3716515" y="60020"/>
                  </a:lnTo>
                  <a:lnTo>
                    <a:pt x="3659213" y="62026"/>
                  </a:lnTo>
                  <a:lnTo>
                    <a:pt x="3659860" y="80810"/>
                  </a:lnTo>
                  <a:lnTo>
                    <a:pt x="3717175" y="78943"/>
                  </a:lnTo>
                  <a:lnTo>
                    <a:pt x="3717175" y="78803"/>
                  </a:lnTo>
                  <a:close/>
                </a:path>
                <a:path w="5746115" h="5751195">
                  <a:moveTo>
                    <a:pt x="3727107" y="59651"/>
                  </a:moveTo>
                  <a:lnTo>
                    <a:pt x="3716515" y="59893"/>
                  </a:lnTo>
                  <a:lnTo>
                    <a:pt x="3716515" y="60020"/>
                  </a:lnTo>
                  <a:lnTo>
                    <a:pt x="3727107" y="59651"/>
                  </a:lnTo>
                  <a:close/>
                </a:path>
                <a:path w="5746115" h="5751195">
                  <a:moveTo>
                    <a:pt x="3831755" y="74803"/>
                  </a:moveTo>
                  <a:lnTo>
                    <a:pt x="3831183" y="58432"/>
                  </a:lnTo>
                  <a:lnTo>
                    <a:pt x="3831107" y="56019"/>
                  </a:lnTo>
                  <a:lnTo>
                    <a:pt x="3773792" y="58026"/>
                  </a:lnTo>
                  <a:lnTo>
                    <a:pt x="3773805" y="58661"/>
                  </a:lnTo>
                  <a:lnTo>
                    <a:pt x="3774440" y="76809"/>
                  </a:lnTo>
                  <a:lnTo>
                    <a:pt x="3831755" y="74803"/>
                  </a:lnTo>
                  <a:close/>
                </a:path>
                <a:path w="5746115" h="5751195">
                  <a:moveTo>
                    <a:pt x="3946334" y="70802"/>
                  </a:moveTo>
                  <a:lnTo>
                    <a:pt x="3945775" y="54813"/>
                  </a:lnTo>
                  <a:lnTo>
                    <a:pt x="3945686" y="52019"/>
                  </a:lnTo>
                  <a:lnTo>
                    <a:pt x="3888371" y="54025"/>
                  </a:lnTo>
                  <a:lnTo>
                    <a:pt x="3888397" y="54787"/>
                  </a:lnTo>
                  <a:lnTo>
                    <a:pt x="3889019" y="72809"/>
                  </a:lnTo>
                  <a:lnTo>
                    <a:pt x="3946334" y="70802"/>
                  </a:lnTo>
                  <a:close/>
                </a:path>
                <a:path w="5746115" h="5751195">
                  <a:moveTo>
                    <a:pt x="4002989" y="49771"/>
                  </a:moveTo>
                  <a:lnTo>
                    <a:pt x="3974338" y="51015"/>
                  </a:lnTo>
                  <a:lnTo>
                    <a:pt x="4002989" y="50025"/>
                  </a:lnTo>
                  <a:lnTo>
                    <a:pt x="4002989" y="49771"/>
                  </a:lnTo>
                  <a:close/>
                </a:path>
                <a:path w="5746115" h="5751195">
                  <a:moveTo>
                    <a:pt x="4060914" y="66802"/>
                  </a:moveTo>
                  <a:lnTo>
                    <a:pt x="4060266" y="48018"/>
                  </a:lnTo>
                  <a:lnTo>
                    <a:pt x="4002989" y="50025"/>
                  </a:lnTo>
                  <a:lnTo>
                    <a:pt x="4003649" y="68808"/>
                  </a:lnTo>
                  <a:lnTo>
                    <a:pt x="4060914" y="66802"/>
                  </a:lnTo>
                  <a:close/>
                </a:path>
                <a:path w="5746115" h="5751195">
                  <a:moveTo>
                    <a:pt x="4117568" y="45897"/>
                  </a:moveTo>
                  <a:lnTo>
                    <a:pt x="4105008" y="46456"/>
                  </a:lnTo>
                  <a:lnTo>
                    <a:pt x="4117568" y="46024"/>
                  </a:lnTo>
                  <a:lnTo>
                    <a:pt x="4117568" y="45897"/>
                  </a:lnTo>
                  <a:close/>
                </a:path>
                <a:path w="5746115" h="5751195">
                  <a:moveTo>
                    <a:pt x="4175493" y="62801"/>
                  </a:moveTo>
                  <a:lnTo>
                    <a:pt x="4174845" y="44018"/>
                  </a:lnTo>
                  <a:lnTo>
                    <a:pt x="4117568" y="46024"/>
                  </a:lnTo>
                  <a:lnTo>
                    <a:pt x="4118229" y="64808"/>
                  </a:lnTo>
                  <a:lnTo>
                    <a:pt x="4060939" y="67437"/>
                  </a:lnTo>
                  <a:lnTo>
                    <a:pt x="4132554" y="64300"/>
                  </a:lnTo>
                  <a:lnTo>
                    <a:pt x="4175493" y="62801"/>
                  </a:lnTo>
                  <a:close/>
                </a:path>
                <a:path w="5746115" h="5751195">
                  <a:moveTo>
                    <a:pt x="4290072" y="58801"/>
                  </a:moveTo>
                  <a:lnTo>
                    <a:pt x="4289425" y="40017"/>
                  </a:lnTo>
                  <a:lnTo>
                    <a:pt x="4232160" y="42011"/>
                  </a:lnTo>
                  <a:lnTo>
                    <a:pt x="4232808" y="60807"/>
                  </a:lnTo>
                  <a:lnTo>
                    <a:pt x="4290072" y="58801"/>
                  </a:lnTo>
                  <a:close/>
                </a:path>
                <a:path w="5746115" h="5751195">
                  <a:moveTo>
                    <a:pt x="4404703" y="54800"/>
                  </a:moveTo>
                  <a:lnTo>
                    <a:pt x="4404042" y="36017"/>
                  </a:lnTo>
                  <a:lnTo>
                    <a:pt x="4346740" y="38011"/>
                  </a:lnTo>
                  <a:lnTo>
                    <a:pt x="4347388" y="56807"/>
                  </a:lnTo>
                  <a:lnTo>
                    <a:pt x="4404703" y="54800"/>
                  </a:lnTo>
                  <a:close/>
                </a:path>
                <a:path w="5746115" h="5751195">
                  <a:moveTo>
                    <a:pt x="4422533" y="35369"/>
                  </a:moveTo>
                  <a:lnTo>
                    <a:pt x="4404042" y="35763"/>
                  </a:lnTo>
                  <a:lnTo>
                    <a:pt x="4404042" y="36017"/>
                  </a:lnTo>
                  <a:lnTo>
                    <a:pt x="4422533" y="35369"/>
                  </a:lnTo>
                  <a:close/>
                </a:path>
                <a:path w="5746115" h="5751195">
                  <a:moveTo>
                    <a:pt x="4519282" y="50800"/>
                  </a:moveTo>
                  <a:lnTo>
                    <a:pt x="4518711" y="34429"/>
                  </a:lnTo>
                  <a:lnTo>
                    <a:pt x="4518634" y="32016"/>
                  </a:lnTo>
                  <a:lnTo>
                    <a:pt x="4461319" y="34023"/>
                  </a:lnTo>
                  <a:lnTo>
                    <a:pt x="4461332" y="34531"/>
                  </a:lnTo>
                  <a:lnTo>
                    <a:pt x="4461967" y="52793"/>
                  </a:lnTo>
                  <a:lnTo>
                    <a:pt x="4519282" y="50800"/>
                  </a:lnTo>
                  <a:close/>
                </a:path>
                <a:path w="5746115" h="5751195">
                  <a:moveTo>
                    <a:pt x="4528769" y="31661"/>
                  </a:moveTo>
                  <a:lnTo>
                    <a:pt x="4518622" y="31889"/>
                  </a:lnTo>
                  <a:lnTo>
                    <a:pt x="4518634" y="32016"/>
                  </a:lnTo>
                  <a:lnTo>
                    <a:pt x="4528769" y="31661"/>
                  </a:lnTo>
                  <a:close/>
                </a:path>
                <a:path w="5746115" h="5751195">
                  <a:moveTo>
                    <a:pt x="4576610" y="49047"/>
                  </a:moveTo>
                  <a:lnTo>
                    <a:pt x="4519282" y="50927"/>
                  </a:lnTo>
                  <a:lnTo>
                    <a:pt x="4519295" y="51054"/>
                  </a:lnTo>
                  <a:lnTo>
                    <a:pt x="4576610" y="49047"/>
                  </a:lnTo>
                  <a:close/>
                </a:path>
                <a:path w="5746115" h="5751195">
                  <a:moveTo>
                    <a:pt x="4633861" y="46799"/>
                  </a:moveTo>
                  <a:lnTo>
                    <a:pt x="4633290" y="30429"/>
                  </a:lnTo>
                  <a:lnTo>
                    <a:pt x="4633214" y="28016"/>
                  </a:lnTo>
                  <a:lnTo>
                    <a:pt x="4575899" y="30022"/>
                  </a:lnTo>
                  <a:lnTo>
                    <a:pt x="4575911" y="30657"/>
                  </a:lnTo>
                  <a:lnTo>
                    <a:pt x="4576546" y="48793"/>
                  </a:lnTo>
                  <a:lnTo>
                    <a:pt x="4633861" y="46799"/>
                  </a:lnTo>
                  <a:close/>
                </a:path>
                <a:path w="5746115" h="5751195">
                  <a:moveTo>
                    <a:pt x="4748441" y="42799"/>
                  </a:moveTo>
                  <a:lnTo>
                    <a:pt x="4747882" y="26809"/>
                  </a:lnTo>
                  <a:lnTo>
                    <a:pt x="4747793" y="24015"/>
                  </a:lnTo>
                  <a:lnTo>
                    <a:pt x="4690478" y="26022"/>
                  </a:lnTo>
                  <a:lnTo>
                    <a:pt x="4690503" y="26911"/>
                  </a:lnTo>
                  <a:lnTo>
                    <a:pt x="4691138" y="44792"/>
                  </a:lnTo>
                  <a:lnTo>
                    <a:pt x="4748441" y="42799"/>
                  </a:lnTo>
                  <a:close/>
                </a:path>
                <a:path w="5746115" h="5751195">
                  <a:moveTo>
                    <a:pt x="4805096" y="21755"/>
                  </a:moveTo>
                  <a:lnTo>
                    <a:pt x="4776228" y="23012"/>
                  </a:lnTo>
                  <a:lnTo>
                    <a:pt x="4805096" y="22009"/>
                  </a:lnTo>
                  <a:lnTo>
                    <a:pt x="4805096" y="21755"/>
                  </a:lnTo>
                  <a:close/>
                </a:path>
                <a:path w="5746115" h="5751195">
                  <a:moveTo>
                    <a:pt x="4863020" y="38798"/>
                  </a:moveTo>
                  <a:lnTo>
                    <a:pt x="4862373" y="20015"/>
                  </a:lnTo>
                  <a:lnTo>
                    <a:pt x="4805096" y="22009"/>
                  </a:lnTo>
                  <a:lnTo>
                    <a:pt x="4805756" y="40792"/>
                  </a:lnTo>
                  <a:lnTo>
                    <a:pt x="4863020" y="38798"/>
                  </a:lnTo>
                  <a:close/>
                </a:path>
                <a:path w="5746115" h="5751195">
                  <a:moveTo>
                    <a:pt x="4977600" y="34798"/>
                  </a:moveTo>
                  <a:lnTo>
                    <a:pt x="4976952" y="16014"/>
                  </a:lnTo>
                  <a:lnTo>
                    <a:pt x="4919688" y="18008"/>
                  </a:lnTo>
                  <a:lnTo>
                    <a:pt x="4920335" y="36791"/>
                  </a:lnTo>
                  <a:lnTo>
                    <a:pt x="4977600" y="34798"/>
                  </a:lnTo>
                  <a:close/>
                </a:path>
                <a:path w="5746115" h="5751195">
                  <a:moveTo>
                    <a:pt x="5092192" y="30797"/>
                  </a:moveTo>
                  <a:lnTo>
                    <a:pt x="5091531" y="12014"/>
                  </a:lnTo>
                  <a:lnTo>
                    <a:pt x="5034267" y="14008"/>
                  </a:lnTo>
                  <a:lnTo>
                    <a:pt x="5034915" y="32791"/>
                  </a:lnTo>
                  <a:lnTo>
                    <a:pt x="5092192" y="30797"/>
                  </a:lnTo>
                  <a:close/>
                </a:path>
                <a:path w="5746115" h="5751195">
                  <a:moveTo>
                    <a:pt x="5206809" y="26784"/>
                  </a:moveTo>
                  <a:lnTo>
                    <a:pt x="5206149" y="8001"/>
                  </a:lnTo>
                  <a:lnTo>
                    <a:pt x="5148846" y="10007"/>
                  </a:lnTo>
                  <a:lnTo>
                    <a:pt x="5149494" y="28790"/>
                  </a:lnTo>
                  <a:lnTo>
                    <a:pt x="5206809" y="26924"/>
                  </a:lnTo>
                  <a:lnTo>
                    <a:pt x="5206809" y="26784"/>
                  </a:lnTo>
                  <a:close/>
                </a:path>
                <a:path w="5746115" h="5751195">
                  <a:moveTo>
                    <a:pt x="5223294" y="7404"/>
                  </a:moveTo>
                  <a:lnTo>
                    <a:pt x="5206149" y="7747"/>
                  </a:lnTo>
                  <a:lnTo>
                    <a:pt x="5206149" y="8001"/>
                  </a:lnTo>
                  <a:lnTo>
                    <a:pt x="5223294" y="7404"/>
                  </a:lnTo>
                  <a:close/>
                </a:path>
                <a:path w="5746115" h="5751195">
                  <a:moveTo>
                    <a:pt x="5321389" y="22783"/>
                  </a:moveTo>
                  <a:lnTo>
                    <a:pt x="5320817" y="6413"/>
                  </a:lnTo>
                  <a:lnTo>
                    <a:pt x="5320741" y="4000"/>
                  </a:lnTo>
                  <a:lnTo>
                    <a:pt x="5263426" y="6007"/>
                  </a:lnTo>
                  <a:lnTo>
                    <a:pt x="5263439" y="6515"/>
                  </a:lnTo>
                  <a:lnTo>
                    <a:pt x="5264074" y="24790"/>
                  </a:lnTo>
                  <a:lnTo>
                    <a:pt x="5321389" y="22783"/>
                  </a:lnTo>
                  <a:close/>
                </a:path>
                <a:path w="5746115" h="5751195">
                  <a:moveTo>
                    <a:pt x="5435968" y="18783"/>
                  </a:moveTo>
                  <a:lnTo>
                    <a:pt x="5435397" y="2413"/>
                  </a:lnTo>
                  <a:lnTo>
                    <a:pt x="5435320" y="0"/>
                  </a:lnTo>
                  <a:lnTo>
                    <a:pt x="5378005" y="2006"/>
                  </a:lnTo>
                  <a:lnTo>
                    <a:pt x="5378031" y="2768"/>
                  </a:lnTo>
                  <a:lnTo>
                    <a:pt x="5378653" y="20789"/>
                  </a:lnTo>
                  <a:lnTo>
                    <a:pt x="5435968" y="18783"/>
                  </a:lnTo>
                  <a:close/>
                </a:path>
                <a:path w="5746115" h="5751195">
                  <a:moveTo>
                    <a:pt x="5523700" y="19278"/>
                  </a:moveTo>
                  <a:lnTo>
                    <a:pt x="5523496" y="19037"/>
                  </a:lnTo>
                  <a:lnTo>
                    <a:pt x="5498706" y="3505"/>
                  </a:lnTo>
                  <a:lnTo>
                    <a:pt x="5495455" y="2984"/>
                  </a:lnTo>
                  <a:lnTo>
                    <a:pt x="5489587" y="20726"/>
                  </a:lnTo>
                  <a:lnTo>
                    <a:pt x="5488914" y="20751"/>
                  </a:lnTo>
                  <a:lnTo>
                    <a:pt x="5491924" y="21285"/>
                  </a:lnTo>
                  <a:lnTo>
                    <a:pt x="5510517" y="32956"/>
                  </a:lnTo>
                  <a:lnTo>
                    <a:pt x="5510708" y="33197"/>
                  </a:lnTo>
                  <a:lnTo>
                    <a:pt x="5523700" y="19278"/>
                  </a:lnTo>
                  <a:close/>
                </a:path>
                <a:path w="5746115" h="5751195">
                  <a:moveTo>
                    <a:pt x="5543816" y="55676"/>
                  </a:moveTo>
                  <a:lnTo>
                    <a:pt x="5540705" y="42710"/>
                  </a:lnTo>
                  <a:lnTo>
                    <a:pt x="5526481" y="23164"/>
                  </a:lnTo>
                  <a:lnTo>
                    <a:pt x="5513311" y="36817"/>
                  </a:lnTo>
                  <a:lnTo>
                    <a:pt x="5523420" y="50711"/>
                  </a:lnTo>
                  <a:lnTo>
                    <a:pt x="5526049" y="61671"/>
                  </a:lnTo>
                  <a:lnTo>
                    <a:pt x="5543816" y="55676"/>
                  </a:lnTo>
                  <a:close/>
                </a:path>
                <a:path w="5746115" h="5751195">
                  <a:moveTo>
                    <a:pt x="5548820" y="102793"/>
                  </a:moveTo>
                  <a:lnTo>
                    <a:pt x="5547665" y="77419"/>
                  </a:lnTo>
                  <a:lnTo>
                    <a:pt x="5548541" y="102806"/>
                  </a:lnTo>
                  <a:lnTo>
                    <a:pt x="5548820" y="102793"/>
                  </a:lnTo>
                  <a:close/>
                </a:path>
                <a:path w="5746115" h="5751195">
                  <a:moveTo>
                    <a:pt x="5550789" y="166268"/>
                  </a:moveTo>
                  <a:lnTo>
                    <a:pt x="5548541" y="102806"/>
                  </a:lnTo>
                  <a:lnTo>
                    <a:pt x="5529783" y="116166"/>
                  </a:lnTo>
                  <a:lnTo>
                    <a:pt x="5530227" y="116154"/>
                  </a:lnTo>
                  <a:lnTo>
                    <a:pt x="5531993" y="166928"/>
                  </a:lnTo>
                  <a:lnTo>
                    <a:pt x="5550789" y="166268"/>
                  </a:lnTo>
                  <a:close/>
                </a:path>
                <a:path w="5746115" h="5751195">
                  <a:moveTo>
                    <a:pt x="5552808" y="217030"/>
                  </a:moveTo>
                  <a:lnTo>
                    <a:pt x="5550941" y="170649"/>
                  </a:lnTo>
                  <a:lnTo>
                    <a:pt x="5552541" y="217043"/>
                  </a:lnTo>
                  <a:lnTo>
                    <a:pt x="5552808" y="217030"/>
                  </a:lnTo>
                  <a:close/>
                </a:path>
                <a:path w="5746115" h="5751195">
                  <a:moveTo>
                    <a:pt x="5554764" y="280492"/>
                  </a:moveTo>
                  <a:lnTo>
                    <a:pt x="5552541" y="217043"/>
                  </a:lnTo>
                  <a:lnTo>
                    <a:pt x="5533771" y="217690"/>
                  </a:lnTo>
                  <a:lnTo>
                    <a:pt x="5535981" y="281152"/>
                  </a:lnTo>
                  <a:lnTo>
                    <a:pt x="5554764" y="280492"/>
                  </a:lnTo>
                  <a:close/>
                </a:path>
                <a:path w="5746115" h="5751195">
                  <a:moveTo>
                    <a:pt x="5556796" y="331254"/>
                  </a:moveTo>
                  <a:lnTo>
                    <a:pt x="5554777" y="280860"/>
                  </a:lnTo>
                  <a:lnTo>
                    <a:pt x="5556529" y="331266"/>
                  </a:lnTo>
                  <a:lnTo>
                    <a:pt x="5556796" y="331254"/>
                  </a:lnTo>
                  <a:close/>
                </a:path>
                <a:path w="5746115" h="5751195">
                  <a:moveTo>
                    <a:pt x="5558752" y="394728"/>
                  </a:moveTo>
                  <a:lnTo>
                    <a:pt x="5556529" y="331266"/>
                  </a:lnTo>
                  <a:lnTo>
                    <a:pt x="5537759" y="331927"/>
                  </a:lnTo>
                  <a:lnTo>
                    <a:pt x="5539968" y="395389"/>
                  </a:lnTo>
                  <a:lnTo>
                    <a:pt x="5558752" y="394728"/>
                  </a:lnTo>
                  <a:close/>
                </a:path>
                <a:path w="5746115" h="5751195">
                  <a:moveTo>
                    <a:pt x="5560784" y="445490"/>
                  </a:moveTo>
                  <a:lnTo>
                    <a:pt x="5558752" y="394728"/>
                  </a:lnTo>
                  <a:lnTo>
                    <a:pt x="5560530" y="445503"/>
                  </a:lnTo>
                  <a:lnTo>
                    <a:pt x="5560784" y="445490"/>
                  </a:lnTo>
                  <a:close/>
                </a:path>
                <a:path w="5746115" h="5751195">
                  <a:moveTo>
                    <a:pt x="5562739" y="508952"/>
                  </a:moveTo>
                  <a:lnTo>
                    <a:pt x="5560530" y="445503"/>
                  </a:lnTo>
                  <a:lnTo>
                    <a:pt x="5541746" y="446151"/>
                  </a:lnTo>
                  <a:lnTo>
                    <a:pt x="5543956" y="509612"/>
                  </a:lnTo>
                  <a:lnTo>
                    <a:pt x="5562739" y="508952"/>
                  </a:lnTo>
                  <a:close/>
                </a:path>
                <a:path w="5746115" h="5751195">
                  <a:moveTo>
                    <a:pt x="5564771" y="559714"/>
                  </a:moveTo>
                  <a:lnTo>
                    <a:pt x="5563184" y="521652"/>
                  </a:lnTo>
                  <a:lnTo>
                    <a:pt x="5564517" y="559727"/>
                  </a:lnTo>
                  <a:lnTo>
                    <a:pt x="5564771" y="559714"/>
                  </a:lnTo>
                  <a:close/>
                </a:path>
                <a:path w="5746115" h="5751195">
                  <a:moveTo>
                    <a:pt x="5566740" y="623189"/>
                  </a:moveTo>
                  <a:lnTo>
                    <a:pt x="5564517" y="559727"/>
                  </a:lnTo>
                  <a:lnTo>
                    <a:pt x="5545734" y="560387"/>
                  </a:lnTo>
                  <a:lnTo>
                    <a:pt x="5547944" y="623849"/>
                  </a:lnTo>
                  <a:lnTo>
                    <a:pt x="5566740" y="623189"/>
                  </a:lnTo>
                  <a:close/>
                </a:path>
                <a:path w="5746115" h="5751195">
                  <a:moveTo>
                    <a:pt x="5568759" y="673950"/>
                  </a:moveTo>
                  <a:lnTo>
                    <a:pt x="5567184" y="635876"/>
                  </a:lnTo>
                  <a:lnTo>
                    <a:pt x="5568518" y="673963"/>
                  </a:lnTo>
                  <a:lnTo>
                    <a:pt x="5568759" y="673950"/>
                  </a:lnTo>
                  <a:close/>
                </a:path>
                <a:path w="5746115" h="5751195">
                  <a:moveTo>
                    <a:pt x="5570728" y="737412"/>
                  </a:moveTo>
                  <a:lnTo>
                    <a:pt x="5568518" y="673963"/>
                  </a:lnTo>
                  <a:lnTo>
                    <a:pt x="5549722" y="674611"/>
                  </a:lnTo>
                  <a:lnTo>
                    <a:pt x="5551944" y="738073"/>
                  </a:lnTo>
                  <a:lnTo>
                    <a:pt x="5570728" y="737412"/>
                  </a:lnTo>
                  <a:close/>
                </a:path>
                <a:path w="5746115" h="5751195">
                  <a:moveTo>
                    <a:pt x="5574728" y="851649"/>
                  </a:moveTo>
                  <a:lnTo>
                    <a:pt x="5572506" y="788187"/>
                  </a:lnTo>
                  <a:lnTo>
                    <a:pt x="5553710" y="788847"/>
                  </a:lnTo>
                  <a:lnTo>
                    <a:pt x="5555932" y="852309"/>
                  </a:lnTo>
                  <a:lnTo>
                    <a:pt x="5574728" y="851649"/>
                  </a:lnTo>
                  <a:close/>
                </a:path>
                <a:path w="5746115" h="5751195">
                  <a:moveTo>
                    <a:pt x="5575871" y="1423454"/>
                  </a:moveTo>
                  <a:lnTo>
                    <a:pt x="5575859" y="1423174"/>
                  </a:lnTo>
                  <a:lnTo>
                    <a:pt x="5575452" y="1423466"/>
                  </a:lnTo>
                  <a:lnTo>
                    <a:pt x="5575871" y="1423454"/>
                  </a:lnTo>
                  <a:close/>
                </a:path>
                <a:path w="5746115" h="5751195">
                  <a:moveTo>
                    <a:pt x="5579605" y="991260"/>
                  </a:moveTo>
                  <a:lnTo>
                    <a:pt x="5576506" y="902423"/>
                  </a:lnTo>
                  <a:lnTo>
                    <a:pt x="5557698" y="903071"/>
                  </a:lnTo>
                  <a:lnTo>
                    <a:pt x="5559920" y="966533"/>
                  </a:lnTo>
                  <a:lnTo>
                    <a:pt x="5578589" y="965885"/>
                  </a:lnTo>
                  <a:lnTo>
                    <a:pt x="5579605" y="991260"/>
                  </a:lnTo>
                  <a:close/>
                </a:path>
                <a:path w="5746115" h="5751195">
                  <a:moveTo>
                    <a:pt x="5579859" y="1537690"/>
                  </a:moveTo>
                  <a:lnTo>
                    <a:pt x="5579846" y="1537398"/>
                  </a:lnTo>
                  <a:lnTo>
                    <a:pt x="5579427" y="1537703"/>
                  </a:lnTo>
                  <a:lnTo>
                    <a:pt x="5579859" y="1537690"/>
                  </a:lnTo>
                  <a:close/>
                </a:path>
                <a:path w="5746115" h="5751195">
                  <a:moveTo>
                    <a:pt x="5584050" y="1118184"/>
                  </a:moveTo>
                  <a:lnTo>
                    <a:pt x="5580494" y="1016647"/>
                  </a:lnTo>
                  <a:lnTo>
                    <a:pt x="5561685" y="1017308"/>
                  </a:lnTo>
                  <a:lnTo>
                    <a:pt x="5563908" y="1080770"/>
                  </a:lnTo>
                  <a:lnTo>
                    <a:pt x="5582551" y="1080109"/>
                  </a:lnTo>
                  <a:lnTo>
                    <a:pt x="5584050" y="1118184"/>
                  </a:lnTo>
                  <a:close/>
                </a:path>
                <a:path w="5746115" h="5751195">
                  <a:moveTo>
                    <a:pt x="5588038" y="1232420"/>
                  </a:moveTo>
                  <a:lnTo>
                    <a:pt x="5584495" y="1130884"/>
                  </a:lnTo>
                  <a:lnTo>
                    <a:pt x="5565673" y="1131531"/>
                  </a:lnTo>
                  <a:lnTo>
                    <a:pt x="5567896" y="1194993"/>
                  </a:lnTo>
                  <a:lnTo>
                    <a:pt x="5586527" y="1194346"/>
                  </a:lnTo>
                  <a:lnTo>
                    <a:pt x="5588038" y="1232420"/>
                  </a:lnTo>
                  <a:close/>
                </a:path>
                <a:path w="5746115" h="5751195">
                  <a:moveTo>
                    <a:pt x="5592483" y="1359344"/>
                  </a:moveTo>
                  <a:lnTo>
                    <a:pt x="5588482" y="1245108"/>
                  </a:lnTo>
                  <a:lnTo>
                    <a:pt x="5569674" y="1245768"/>
                  </a:lnTo>
                  <a:lnTo>
                    <a:pt x="5571883" y="1309230"/>
                  </a:lnTo>
                  <a:lnTo>
                    <a:pt x="5590502" y="1308582"/>
                  </a:lnTo>
                  <a:lnTo>
                    <a:pt x="5592483" y="1359344"/>
                  </a:lnTo>
                  <a:close/>
                </a:path>
                <a:path w="5746115" h="5751195">
                  <a:moveTo>
                    <a:pt x="5594261" y="1410106"/>
                  </a:moveTo>
                  <a:lnTo>
                    <a:pt x="5592483" y="1359344"/>
                  </a:lnTo>
                  <a:lnTo>
                    <a:pt x="5573661" y="1359992"/>
                  </a:lnTo>
                  <a:lnTo>
                    <a:pt x="5575859" y="1423174"/>
                  </a:lnTo>
                  <a:lnTo>
                    <a:pt x="5594261" y="1410106"/>
                  </a:lnTo>
                  <a:close/>
                </a:path>
                <a:path w="5746115" h="5751195">
                  <a:moveTo>
                    <a:pt x="5596026" y="1460881"/>
                  </a:moveTo>
                  <a:lnTo>
                    <a:pt x="5594464" y="1410106"/>
                  </a:lnTo>
                  <a:lnTo>
                    <a:pt x="5594261" y="1410106"/>
                  </a:lnTo>
                  <a:lnTo>
                    <a:pt x="5596026" y="1460881"/>
                  </a:lnTo>
                  <a:close/>
                </a:path>
                <a:path w="5746115" h="5751195">
                  <a:moveTo>
                    <a:pt x="5598249" y="1524342"/>
                  </a:moveTo>
                  <a:lnTo>
                    <a:pt x="5596471" y="1473568"/>
                  </a:lnTo>
                  <a:lnTo>
                    <a:pt x="5577649" y="1474228"/>
                  </a:lnTo>
                  <a:lnTo>
                    <a:pt x="5579846" y="1537398"/>
                  </a:lnTo>
                  <a:lnTo>
                    <a:pt x="5598249" y="1524342"/>
                  </a:lnTo>
                  <a:close/>
                </a:path>
                <a:path w="5746115" h="5751195">
                  <a:moveTo>
                    <a:pt x="5600027" y="1575104"/>
                  </a:moveTo>
                  <a:lnTo>
                    <a:pt x="5598452" y="1524330"/>
                  </a:lnTo>
                  <a:lnTo>
                    <a:pt x="5598249" y="1524342"/>
                  </a:lnTo>
                  <a:lnTo>
                    <a:pt x="5600027" y="1575104"/>
                  </a:lnTo>
                  <a:close/>
                </a:path>
                <a:path w="5746115" h="5751195">
                  <a:moveTo>
                    <a:pt x="5602249" y="1638566"/>
                  </a:moveTo>
                  <a:lnTo>
                    <a:pt x="5600471" y="1587804"/>
                  </a:lnTo>
                  <a:lnTo>
                    <a:pt x="5581637" y="1588452"/>
                  </a:lnTo>
                  <a:lnTo>
                    <a:pt x="5583390" y="1639227"/>
                  </a:lnTo>
                  <a:lnTo>
                    <a:pt x="5602249" y="1638566"/>
                  </a:lnTo>
                  <a:close/>
                </a:path>
                <a:path w="5746115" h="5751195">
                  <a:moveTo>
                    <a:pt x="5603570" y="1676641"/>
                  </a:moveTo>
                  <a:lnTo>
                    <a:pt x="5602440" y="1638566"/>
                  </a:lnTo>
                  <a:lnTo>
                    <a:pt x="5602249" y="1638566"/>
                  </a:lnTo>
                  <a:lnTo>
                    <a:pt x="5603570" y="1676641"/>
                  </a:lnTo>
                  <a:close/>
                </a:path>
                <a:path w="5746115" h="5751195">
                  <a:moveTo>
                    <a:pt x="5606237" y="1752803"/>
                  </a:moveTo>
                  <a:lnTo>
                    <a:pt x="5604459" y="1702028"/>
                  </a:lnTo>
                  <a:lnTo>
                    <a:pt x="5585625" y="1702689"/>
                  </a:lnTo>
                  <a:lnTo>
                    <a:pt x="5587365" y="1753463"/>
                  </a:lnTo>
                  <a:lnTo>
                    <a:pt x="5606237" y="1752803"/>
                  </a:lnTo>
                  <a:close/>
                </a:path>
                <a:path w="5746115" h="5751195">
                  <a:moveTo>
                    <a:pt x="5607570" y="1790877"/>
                  </a:moveTo>
                  <a:lnTo>
                    <a:pt x="5606440" y="1752790"/>
                  </a:lnTo>
                  <a:lnTo>
                    <a:pt x="5606237" y="1752803"/>
                  </a:lnTo>
                  <a:lnTo>
                    <a:pt x="5607570" y="1790877"/>
                  </a:lnTo>
                  <a:close/>
                </a:path>
                <a:path w="5746115" h="5751195">
                  <a:moveTo>
                    <a:pt x="5610237" y="1867027"/>
                  </a:moveTo>
                  <a:lnTo>
                    <a:pt x="5608459" y="1816265"/>
                  </a:lnTo>
                  <a:lnTo>
                    <a:pt x="5589613" y="1816912"/>
                  </a:lnTo>
                  <a:lnTo>
                    <a:pt x="5591340" y="1867687"/>
                  </a:lnTo>
                  <a:lnTo>
                    <a:pt x="5610237" y="1867027"/>
                  </a:lnTo>
                  <a:close/>
                </a:path>
                <a:path w="5746115" h="5751195">
                  <a:moveTo>
                    <a:pt x="5614225" y="1981263"/>
                  </a:moveTo>
                  <a:lnTo>
                    <a:pt x="5612447" y="1930488"/>
                  </a:lnTo>
                  <a:lnTo>
                    <a:pt x="5593600" y="1931149"/>
                  </a:lnTo>
                  <a:lnTo>
                    <a:pt x="5595302" y="1981923"/>
                  </a:lnTo>
                  <a:lnTo>
                    <a:pt x="5614225" y="1981263"/>
                  </a:lnTo>
                  <a:close/>
                </a:path>
                <a:path w="5746115" h="5751195">
                  <a:moveTo>
                    <a:pt x="5618226" y="2095487"/>
                  </a:moveTo>
                  <a:lnTo>
                    <a:pt x="5615114" y="2006638"/>
                  </a:lnTo>
                  <a:lnTo>
                    <a:pt x="5616308" y="2044725"/>
                  </a:lnTo>
                  <a:lnTo>
                    <a:pt x="5597588" y="2045373"/>
                  </a:lnTo>
                  <a:lnTo>
                    <a:pt x="5599277" y="2096147"/>
                  </a:lnTo>
                  <a:lnTo>
                    <a:pt x="5618226" y="2095487"/>
                  </a:lnTo>
                  <a:close/>
                </a:path>
                <a:path w="5746115" h="5751195">
                  <a:moveTo>
                    <a:pt x="5622214" y="2209723"/>
                  </a:moveTo>
                  <a:lnTo>
                    <a:pt x="5618670" y="2108187"/>
                  </a:lnTo>
                  <a:lnTo>
                    <a:pt x="5620283" y="2158962"/>
                  </a:lnTo>
                  <a:lnTo>
                    <a:pt x="5601576" y="2159609"/>
                  </a:lnTo>
                  <a:lnTo>
                    <a:pt x="5603252" y="2210384"/>
                  </a:lnTo>
                  <a:lnTo>
                    <a:pt x="5622214" y="2209723"/>
                  </a:lnTo>
                  <a:close/>
                </a:path>
                <a:path w="5746115" h="5751195">
                  <a:moveTo>
                    <a:pt x="5626214" y="2323947"/>
                  </a:moveTo>
                  <a:lnTo>
                    <a:pt x="5622658" y="2222411"/>
                  </a:lnTo>
                  <a:lnTo>
                    <a:pt x="5624246" y="2273185"/>
                  </a:lnTo>
                  <a:lnTo>
                    <a:pt x="5605564" y="2273833"/>
                  </a:lnTo>
                  <a:lnTo>
                    <a:pt x="5607215" y="2324608"/>
                  </a:lnTo>
                  <a:lnTo>
                    <a:pt x="5626214" y="2323947"/>
                  </a:lnTo>
                  <a:close/>
                </a:path>
                <a:path w="5746115" h="5751195">
                  <a:moveTo>
                    <a:pt x="5630202" y="2438184"/>
                  </a:moveTo>
                  <a:lnTo>
                    <a:pt x="5626214" y="2323947"/>
                  </a:lnTo>
                  <a:lnTo>
                    <a:pt x="5628221" y="2387422"/>
                  </a:lnTo>
                  <a:lnTo>
                    <a:pt x="5609552" y="2388070"/>
                  </a:lnTo>
                  <a:lnTo>
                    <a:pt x="5611330" y="2438844"/>
                  </a:lnTo>
                  <a:lnTo>
                    <a:pt x="5630202" y="2438184"/>
                  </a:lnTo>
                  <a:close/>
                </a:path>
                <a:path w="5746115" h="5751195">
                  <a:moveTo>
                    <a:pt x="5634177" y="2552408"/>
                  </a:moveTo>
                  <a:lnTo>
                    <a:pt x="5630202" y="2438184"/>
                  </a:lnTo>
                  <a:lnTo>
                    <a:pt x="5632196" y="2501646"/>
                  </a:lnTo>
                  <a:lnTo>
                    <a:pt x="5613552" y="2502293"/>
                  </a:lnTo>
                  <a:lnTo>
                    <a:pt x="5615317" y="2553068"/>
                  </a:lnTo>
                  <a:lnTo>
                    <a:pt x="5634177" y="2552408"/>
                  </a:lnTo>
                  <a:close/>
                </a:path>
                <a:path w="5746115" h="5751195">
                  <a:moveTo>
                    <a:pt x="5638152" y="2666644"/>
                  </a:moveTo>
                  <a:lnTo>
                    <a:pt x="5634393" y="2558834"/>
                  </a:lnTo>
                  <a:lnTo>
                    <a:pt x="5636158" y="2615882"/>
                  </a:lnTo>
                  <a:lnTo>
                    <a:pt x="5617540" y="2616530"/>
                  </a:lnTo>
                  <a:lnTo>
                    <a:pt x="5619305" y="2667304"/>
                  </a:lnTo>
                  <a:lnTo>
                    <a:pt x="5638152" y="2666644"/>
                  </a:lnTo>
                  <a:close/>
                </a:path>
                <a:path w="5746115" h="5751195">
                  <a:moveTo>
                    <a:pt x="5642191" y="2780868"/>
                  </a:moveTo>
                  <a:lnTo>
                    <a:pt x="5638597" y="2679941"/>
                  </a:lnTo>
                  <a:lnTo>
                    <a:pt x="5640133" y="2730106"/>
                  </a:lnTo>
                  <a:lnTo>
                    <a:pt x="5621528" y="2730766"/>
                  </a:lnTo>
                  <a:lnTo>
                    <a:pt x="5623293" y="2781528"/>
                  </a:lnTo>
                  <a:lnTo>
                    <a:pt x="5642191" y="2780868"/>
                  </a:lnTo>
                  <a:close/>
                </a:path>
                <a:path w="5746115" h="5751195">
                  <a:moveTo>
                    <a:pt x="5646178" y="2895104"/>
                  </a:moveTo>
                  <a:lnTo>
                    <a:pt x="5643956" y="2831655"/>
                  </a:lnTo>
                  <a:lnTo>
                    <a:pt x="5625084" y="2845003"/>
                  </a:lnTo>
                  <a:lnTo>
                    <a:pt x="5625516" y="2844990"/>
                  </a:lnTo>
                  <a:lnTo>
                    <a:pt x="5627281" y="2895765"/>
                  </a:lnTo>
                  <a:lnTo>
                    <a:pt x="5646178" y="2895104"/>
                  </a:lnTo>
                  <a:close/>
                </a:path>
                <a:path w="5746115" h="5751195">
                  <a:moveTo>
                    <a:pt x="5650179" y="3009328"/>
                  </a:moveTo>
                  <a:lnTo>
                    <a:pt x="5647956" y="2945866"/>
                  </a:lnTo>
                  <a:lnTo>
                    <a:pt x="5629059" y="2946527"/>
                  </a:lnTo>
                  <a:lnTo>
                    <a:pt x="5631269" y="3009989"/>
                  </a:lnTo>
                  <a:lnTo>
                    <a:pt x="5650179" y="3009328"/>
                  </a:lnTo>
                  <a:close/>
                </a:path>
                <a:path w="5746115" h="5751195">
                  <a:moveTo>
                    <a:pt x="5655500" y="3161639"/>
                  </a:moveTo>
                  <a:lnTo>
                    <a:pt x="5651957" y="3060103"/>
                  </a:lnTo>
                  <a:lnTo>
                    <a:pt x="5633047" y="3060763"/>
                  </a:lnTo>
                  <a:lnTo>
                    <a:pt x="5635269" y="3124225"/>
                  </a:lnTo>
                  <a:lnTo>
                    <a:pt x="5654027" y="3123565"/>
                  </a:lnTo>
                  <a:lnTo>
                    <a:pt x="5655500" y="3161639"/>
                  </a:lnTo>
                  <a:close/>
                </a:path>
                <a:path w="5746115" h="5751195">
                  <a:moveTo>
                    <a:pt x="5659615" y="3275863"/>
                  </a:moveTo>
                  <a:lnTo>
                    <a:pt x="5656275" y="3183077"/>
                  </a:lnTo>
                  <a:lnTo>
                    <a:pt x="5655945" y="3174327"/>
                  </a:lnTo>
                  <a:lnTo>
                    <a:pt x="5637034" y="3174987"/>
                  </a:lnTo>
                  <a:lnTo>
                    <a:pt x="5639257" y="3238449"/>
                  </a:lnTo>
                  <a:lnTo>
                    <a:pt x="5658002" y="3237801"/>
                  </a:lnTo>
                  <a:lnTo>
                    <a:pt x="5659615" y="3275863"/>
                  </a:lnTo>
                  <a:close/>
                </a:path>
                <a:path w="5746115" h="5751195">
                  <a:moveTo>
                    <a:pt x="5663616" y="3390100"/>
                  </a:moveTo>
                  <a:lnTo>
                    <a:pt x="5660060" y="3288550"/>
                  </a:lnTo>
                  <a:lnTo>
                    <a:pt x="5641022" y="3289223"/>
                  </a:lnTo>
                  <a:lnTo>
                    <a:pt x="5643245" y="3352685"/>
                  </a:lnTo>
                  <a:lnTo>
                    <a:pt x="5661977" y="3352025"/>
                  </a:lnTo>
                  <a:lnTo>
                    <a:pt x="5663616" y="3390100"/>
                  </a:lnTo>
                  <a:close/>
                </a:path>
                <a:path w="5746115" h="5751195">
                  <a:moveTo>
                    <a:pt x="5668048" y="3517011"/>
                  </a:moveTo>
                  <a:lnTo>
                    <a:pt x="5664047" y="3402787"/>
                  </a:lnTo>
                  <a:lnTo>
                    <a:pt x="5645010" y="3403447"/>
                  </a:lnTo>
                  <a:lnTo>
                    <a:pt x="5647233" y="3466909"/>
                  </a:lnTo>
                  <a:lnTo>
                    <a:pt x="5665940" y="3466261"/>
                  </a:lnTo>
                  <a:lnTo>
                    <a:pt x="5668048" y="3517011"/>
                  </a:lnTo>
                  <a:close/>
                </a:path>
                <a:path w="5746115" h="5751195">
                  <a:moveTo>
                    <a:pt x="5671896" y="3631247"/>
                  </a:moveTo>
                  <a:lnTo>
                    <a:pt x="5670258" y="3580473"/>
                  </a:lnTo>
                  <a:lnTo>
                    <a:pt x="5668048" y="3517011"/>
                  </a:lnTo>
                  <a:lnTo>
                    <a:pt x="5648998" y="3517684"/>
                  </a:lnTo>
                  <a:lnTo>
                    <a:pt x="5651220" y="3581146"/>
                  </a:lnTo>
                  <a:lnTo>
                    <a:pt x="5669915" y="3580485"/>
                  </a:lnTo>
                  <a:lnTo>
                    <a:pt x="5671896" y="3631247"/>
                  </a:lnTo>
                  <a:close/>
                </a:path>
                <a:path w="5746115" h="5751195">
                  <a:moveTo>
                    <a:pt x="5675147" y="4266247"/>
                  </a:moveTo>
                  <a:lnTo>
                    <a:pt x="5674728" y="4266539"/>
                  </a:lnTo>
                  <a:lnTo>
                    <a:pt x="5675147" y="4266527"/>
                  </a:lnTo>
                  <a:lnTo>
                    <a:pt x="5675147" y="4266247"/>
                  </a:lnTo>
                  <a:close/>
                </a:path>
                <a:path w="5746115" h="5751195">
                  <a:moveTo>
                    <a:pt x="5675858" y="3745484"/>
                  </a:moveTo>
                  <a:lnTo>
                    <a:pt x="5674245" y="3694709"/>
                  </a:lnTo>
                  <a:lnTo>
                    <a:pt x="5672036" y="3631247"/>
                  </a:lnTo>
                  <a:lnTo>
                    <a:pt x="5652998" y="3631908"/>
                  </a:lnTo>
                  <a:lnTo>
                    <a:pt x="5655208" y="3695369"/>
                  </a:lnTo>
                  <a:lnTo>
                    <a:pt x="5673890" y="3694722"/>
                  </a:lnTo>
                  <a:lnTo>
                    <a:pt x="5675858" y="3745484"/>
                  </a:lnTo>
                  <a:close/>
                </a:path>
                <a:path w="5746115" h="5751195">
                  <a:moveTo>
                    <a:pt x="5679846" y="3859707"/>
                  </a:moveTo>
                  <a:lnTo>
                    <a:pt x="5678233" y="3808933"/>
                  </a:lnTo>
                  <a:lnTo>
                    <a:pt x="5676023" y="3745471"/>
                  </a:lnTo>
                  <a:lnTo>
                    <a:pt x="5675871" y="3745484"/>
                  </a:lnTo>
                  <a:lnTo>
                    <a:pt x="5656986" y="3746144"/>
                  </a:lnTo>
                  <a:lnTo>
                    <a:pt x="5659196" y="3809606"/>
                  </a:lnTo>
                  <a:lnTo>
                    <a:pt x="5677852" y="3808946"/>
                  </a:lnTo>
                  <a:lnTo>
                    <a:pt x="5679846" y="3859707"/>
                  </a:lnTo>
                  <a:close/>
                </a:path>
                <a:path w="5746115" h="5751195">
                  <a:moveTo>
                    <a:pt x="5683796" y="3973944"/>
                  </a:moveTo>
                  <a:lnTo>
                    <a:pt x="5682221" y="3923169"/>
                  </a:lnTo>
                  <a:lnTo>
                    <a:pt x="5680011" y="3859707"/>
                  </a:lnTo>
                  <a:lnTo>
                    <a:pt x="5660974" y="3860368"/>
                  </a:lnTo>
                  <a:lnTo>
                    <a:pt x="5663184" y="3923830"/>
                  </a:lnTo>
                  <a:lnTo>
                    <a:pt x="5681827" y="3923182"/>
                  </a:lnTo>
                  <a:lnTo>
                    <a:pt x="5683796" y="3973944"/>
                  </a:lnTo>
                  <a:close/>
                </a:path>
                <a:path w="5746115" h="5751195">
                  <a:moveTo>
                    <a:pt x="5687771" y="4088180"/>
                  </a:moveTo>
                  <a:lnTo>
                    <a:pt x="5686209" y="4037393"/>
                  </a:lnTo>
                  <a:lnTo>
                    <a:pt x="5683999" y="3973931"/>
                  </a:lnTo>
                  <a:lnTo>
                    <a:pt x="5683809" y="3973944"/>
                  </a:lnTo>
                  <a:lnTo>
                    <a:pt x="5664962" y="3974604"/>
                  </a:lnTo>
                  <a:lnTo>
                    <a:pt x="5667172" y="4038066"/>
                  </a:lnTo>
                  <a:lnTo>
                    <a:pt x="5685802" y="4037419"/>
                  </a:lnTo>
                  <a:lnTo>
                    <a:pt x="5687771" y="4088180"/>
                  </a:lnTo>
                  <a:close/>
                </a:path>
                <a:path w="5746115" h="5751195">
                  <a:moveTo>
                    <a:pt x="5693753" y="4253166"/>
                  </a:moveTo>
                  <a:lnTo>
                    <a:pt x="5687987" y="4088168"/>
                  </a:lnTo>
                  <a:lnTo>
                    <a:pt x="5687784" y="4088180"/>
                  </a:lnTo>
                  <a:lnTo>
                    <a:pt x="5668950" y="4088828"/>
                  </a:lnTo>
                  <a:lnTo>
                    <a:pt x="5671159" y="4152290"/>
                  </a:lnTo>
                  <a:lnTo>
                    <a:pt x="5689765" y="4151642"/>
                  </a:lnTo>
                  <a:lnTo>
                    <a:pt x="5691759" y="4202404"/>
                  </a:lnTo>
                  <a:lnTo>
                    <a:pt x="5672937" y="4203065"/>
                  </a:lnTo>
                  <a:lnTo>
                    <a:pt x="5675147" y="4266247"/>
                  </a:lnTo>
                  <a:lnTo>
                    <a:pt x="5693753" y="4253166"/>
                  </a:lnTo>
                  <a:close/>
                </a:path>
                <a:path w="5746115" h="5751195">
                  <a:moveTo>
                    <a:pt x="5697740" y="4367403"/>
                  </a:moveTo>
                  <a:lnTo>
                    <a:pt x="5694197" y="4265854"/>
                  </a:lnTo>
                  <a:lnTo>
                    <a:pt x="5695721" y="4316641"/>
                  </a:lnTo>
                  <a:lnTo>
                    <a:pt x="5676925" y="4317289"/>
                  </a:lnTo>
                  <a:lnTo>
                    <a:pt x="5678690" y="4368063"/>
                  </a:lnTo>
                  <a:lnTo>
                    <a:pt x="5697740" y="4367403"/>
                  </a:lnTo>
                  <a:close/>
                </a:path>
                <a:path w="5746115" h="5751195">
                  <a:moveTo>
                    <a:pt x="5701728" y="4481627"/>
                  </a:moveTo>
                  <a:lnTo>
                    <a:pt x="5698185" y="4380090"/>
                  </a:lnTo>
                  <a:lnTo>
                    <a:pt x="5699696" y="4430865"/>
                  </a:lnTo>
                  <a:lnTo>
                    <a:pt x="5680913" y="4431525"/>
                  </a:lnTo>
                  <a:lnTo>
                    <a:pt x="5682666" y="4482300"/>
                  </a:lnTo>
                  <a:lnTo>
                    <a:pt x="5701728" y="4481627"/>
                  </a:lnTo>
                  <a:close/>
                </a:path>
                <a:path w="5746115" h="5751195">
                  <a:moveTo>
                    <a:pt x="5705716" y="4595863"/>
                  </a:moveTo>
                  <a:lnTo>
                    <a:pt x="5701728" y="4481627"/>
                  </a:lnTo>
                  <a:lnTo>
                    <a:pt x="5703671" y="4545101"/>
                  </a:lnTo>
                  <a:lnTo>
                    <a:pt x="5684901" y="4545749"/>
                  </a:lnTo>
                  <a:lnTo>
                    <a:pt x="5686641" y="4596523"/>
                  </a:lnTo>
                  <a:lnTo>
                    <a:pt x="5705716" y="4595863"/>
                  </a:lnTo>
                  <a:close/>
                </a:path>
                <a:path w="5746115" h="5751195">
                  <a:moveTo>
                    <a:pt x="5709704" y="4710087"/>
                  </a:moveTo>
                  <a:lnTo>
                    <a:pt x="5705716" y="4595863"/>
                  </a:lnTo>
                  <a:lnTo>
                    <a:pt x="5707634" y="4659325"/>
                  </a:lnTo>
                  <a:lnTo>
                    <a:pt x="5688889" y="4659985"/>
                  </a:lnTo>
                  <a:lnTo>
                    <a:pt x="5690603" y="4710760"/>
                  </a:lnTo>
                  <a:lnTo>
                    <a:pt x="5709704" y="4710087"/>
                  </a:lnTo>
                  <a:close/>
                </a:path>
                <a:path w="5746115" h="5751195">
                  <a:moveTo>
                    <a:pt x="5713692" y="4824323"/>
                  </a:moveTo>
                  <a:lnTo>
                    <a:pt x="5709704" y="4710087"/>
                  </a:lnTo>
                  <a:lnTo>
                    <a:pt x="5711609" y="4773561"/>
                  </a:lnTo>
                  <a:lnTo>
                    <a:pt x="5692876" y="4774209"/>
                  </a:lnTo>
                  <a:lnTo>
                    <a:pt x="5694578" y="4824984"/>
                  </a:lnTo>
                  <a:lnTo>
                    <a:pt x="5713692" y="4824323"/>
                  </a:lnTo>
                  <a:close/>
                </a:path>
                <a:path w="5746115" h="5751195">
                  <a:moveTo>
                    <a:pt x="5717679" y="4938547"/>
                  </a:moveTo>
                  <a:lnTo>
                    <a:pt x="5713692" y="4824323"/>
                  </a:lnTo>
                  <a:lnTo>
                    <a:pt x="5715584" y="4887798"/>
                  </a:lnTo>
                  <a:lnTo>
                    <a:pt x="5696877" y="4888446"/>
                  </a:lnTo>
                  <a:lnTo>
                    <a:pt x="5698553" y="4939220"/>
                  </a:lnTo>
                  <a:lnTo>
                    <a:pt x="5717679" y="4938547"/>
                  </a:lnTo>
                  <a:close/>
                </a:path>
                <a:path w="5746115" h="5751195">
                  <a:moveTo>
                    <a:pt x="5721540" y="5052784"/>
                  </a:moveTo>
                  <a:lnTo>
                    <a:pt x="5720791" y="5027396"/>
                  </a:lnTo>
                  <a:lnTo>
                    <a:pt x="5717679" y="4938547"/>
                  </a:lnTo>
                  <a:lnTo>
                    <a:pt x="5719546" y="5002022"/>
                  </a:lnTo>
                  <a:lnTo>
                    <a:pt x="5700865" y="5002669"/>
                  </a:lnTo>
                  <a:lnTo>
                    <a:pt x="5702630" y="5053444"/>
                  </a:lnTo>
                  <a:lnTo>
                    <a:pt x="5721540" y="5052784"/>
                  </a:lnTo>
                  <a:close/>
                </a:path>
                <a:path w="5746115" h="5751195">
                  <a:moveTo>
                    <a:pt x="5725503" y="5167020"/>
                  </a:moveTo>
                  <a:lnTo>
                    <a:pt x="5724334" y="5128933"/>
                  </a:lnTo>
                  <a:lnTo>
                    <a:pt x="5721667" y="5052784"/>
                  </a:lnTo>
                  <a:lnTo>
                    <a:pt x="5723521" y="5116258"/>
                  </a:lnTo>
                  <a:lnTo>
                    <a:pt x="5704852" y="5116906"/>
                  </a:lnTo>
                  <a:lnTo>
                    <a:pt x="5706618" y="5167681"/>
                  </a:lnTo>
                  <a:lnTo>
                    <a:pt x="5725503" y="5167020"/>
                  </a:lnTo>
                  <a:close/>
                </a:path>
                <a:path w="5746115" h="5751195">
                  <a:moveTo>
                    <a:pt x="5743384" y="5674703"/>
                  </a:moveTo>
                  <a:lnTo>
                    <a:pt x="5725655" y="5167007"/>
                  </a:lnTo>
                  <a:lnTo>
                    <a:pt x="5727497" y="5230482"/>
                  </a:lnTo>
                  <a:lnTo>
                    <a:pt x="5708840" y="5231142"/>
                  </a:lnTo>
                  <a:lnTo>
                    <a:pt x="5710606" y="5281904"/>
                  </a:lnTo>
                  <a:lnTo>
                    <a:pt x="5729478" y="5281244"/>
                  </a:lnTo>
                  <a:lnTo>
                    <a:pt x="5731459" y="5344719"/>
                  </a:lnTo>
                  <a:lnTo>
                    <a:pt x="5712828" y="5345366"/>
                  </a:lnTo>
                  <a:lnTo>
                    <a:pt x="5714593" y="5396141"/>
                  </a:lnTo>
                  <a:lnTo>
                    <a:pt x="5733453" y="5395480"/>
                  </a:lnTo>
                  <a:lnTo>
                    <a:pt x="5735434" y="5458942"/>
                  </a:lnTo>
                  <a:lnTo>
                    <a:pt x="5716816" y="5459603"/>
                  </a:lnTo>
                  <a:lnTo>
                    <a:pt x="5718594" y="5510365"/>
                  </a:lnTo>
                  <a:lnTo>
                    <a:pt x="5737415" y="5509704"/>
                  </a:lnTo>
                  <a:lnTo>
                    <a:pt x="5739409" y="5573179"/>
                  </a:lnTo>
                  <a:lnTo>
                    <a:pt x="5720804" y="5573827"/>
                  </a:lnTo>
                  <a:lnTo>
                    <a:pt x="5722582" y="5624601"/>
                  </a:lnTo>
                  <a:lnTo>
                    <a:pt x="5741390" y="5623941"/>
                  </a:lnTo>
                  <a:lnTo>
                    <a:pt x="5743384" y="5674703"/>
                  </a:lnTo>
                  <a:close/>
                </a:path>
                <a:path w="5746115" h="5751195">
                  <a:moveTo>
                    <a:pt x="5746051" y="5750852"/>
                  </a:moveTo>
                  <a:lnTo>
                    <a:pt x="5743384" y="5674703"/>
                  </a:lnTo>
                  <a:lnTo>
                    <a:pt x="5724360" y="5688076"/>
                  </a:lnTo>
                  <a:lnTo>
                    <a:pt x="5724791" y="5688063"/>
                  </a:lnTo>
                  <a:lnTo>
                    <a:pt x="5726569" y="5738825"/>
                  </a:lnTo>
                  <a:lnTo>
                    <a:pt x="5745365" y="5738165"/>
                  </a:lnTo>
                  <a:lnTo>
                    <a:pt x="5745873" y="5750865"/>
                  </a:lnTo>
                  <a:lnTo>
                    <a:pt x="5746051" y="5750852"/>
                  </a:lnTo>
                  <a:close/>
                </a:path>
              </a:pathLst>
            </a:custGeom>
            <a:solidFill>
              <a:srgbClr val="05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5361" y="2996801"/>
              <a:ext cx="485556" cy="45886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 rot="21540000">
            <a:off x="955844" y="1634095"/>
            <a:ext cx="438767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45"/>
              </a:lnSpc>
            </a:pPr>
            <a:r>
              <a:rPr sz="4200" i="1" spc="-345" baseline="-4960" dirty="0">
                <a:solidFill>
                  <a:srgbClr val="34D399"/>
                </a:solidFill>
                <a:latin typeface="Calibri"/>
                <a:cs typeface="Calibri"/>
              </a:rPr>
              <a:t>*</a:t>
            </a:r>
            <a:r>
              <a:rPr sz="4200" i="1" spc="-37" baseline="-496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247" baseline="-4960" dirty="0">
                <a:solidFill>
                  <a:srgbClr val="34D399"/>
                </a:solidFill>
                <a:latin typeface="Calibri"/>
                <a:cs typeface="Calibri"/>
              </a:rPr>
              <a:t>W</a:t>
            </a:r>
            <a:r>
              <a:rPr sz="4200" i="1" spc="-247" baseline="-3968" dirty="0">
                <a:solidFill>
                  <a:srgbClr val="34D399"/>
                </a:solidFill>
                <a:latin typeface="Calibri"/>
                <a:cs typeface="Calibri"/>
              </a:rPr>
              <a:t>h</a:t>
            </a:r>
            <a:r>
              <a:rPr sz="4200" i="1" spc="-247" baseline="-2976" dirty="0">
                <a:solidFill>
                  <a:srgbClr val="34D399"/>
                </a:solidFill>
                <a:latin typeface="Calibri"/>
                <a:cs typeface="Calibri"/>
              </a:rPr>
              <a:t>y</a:t>
            </a:r>
            <a:r>
              <a:rPr sz="4200" i="1" spc="-30" baseline="-297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277" baseline="-2976" dirty="0">
                <a:solidFill>
                  <a:srgbClr val="34D399"/>
                </a:solidFill>
                <a:latin typeface="Calibri"/>
                <a:cs typeface="Calibri"/>
              </a:rPr>
              <a:t>con</a:t>
            </a:r>
            <a:r>
              <a:rPr sz="4200" i="1" spc="-277" baseline="-1984" dirty="0">
                <a:solidFill>
                  <a:srgbClr val="34D399"/>
                </a:solidFill>
                <a:latin typeface="Calibri"/>
                <a:cs typeface="Calibri"/>
              </a:rPr>
              <a:t>v</a:t>
            </a:r>
            <a:r>
              <a:rPr sz="2800" i="1" spc="-185" dirty="0">
                <a:solidFill>
                  <a:srgbClr val="34D399"/>
                </a:solidFill>
                <a:latin typeface="Calibri"/>
                <a:cs typeface="Calibri"/>
              </a:rPr>
              <a:t>entional</a:t>
            </a:r>
            <a:r>
              <a:rPr sz="2800" i="1" spc="-2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baseline="1984" dirty="0">
                <a:solidFill>
                  <a:srgbClr val="34D399"/>
                </a:solidFill>
                <a:latin typeface="Calibri"/>
                <a:cs typeface="Calibri"/>
              </a:rPr>
              <a:t>Io</a:t>
            </a:r>
            <a:r>
              <a:rPr sz="4200" i="1" baseline="2976" dirty="0">
                <a:solidFill>
                  <a:srgbClr val="34D399"/>
                </a:solidFill>
                <a:latin typeface="Calibri"/>
                <a:cs typeface="Calibri"/>
              </a:rPr>
              <a:t>T</a:t>
            </a:r>
            <a:r>
              <a:rPr sz="4200" i="1" spc="-30" baseline="297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72" baseline="2976" dirty="0">
                <a:solidFill>
                  <a:srgbClr val="34D399"/>
                </a:solidFill>
                <a:latin typeface="Calibri"/>
                <a:cs typeface="Calibri"/>
              </a:rPr>
              <a:t>f</a:t>
            </a:r>
            <a:r>
              <a:rPr sz="4200" i="1" spc="-172" baseline="3968" dirty="0">
                <a:solidFill>
                  <a:srgbClr val="34D399"/>
                </a:solidFill>
                <a:latin typeface="Calibri"/>
                <a:cs typeface="Calibri"/>
              </a:rPr>
              <a:t>ails</a:t>
            </a:r>
            <a:r>
              <a:rPr sz="4200" i="1" spc="-37" baseline="3968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04" baseline="4960" dirty="0">
                <a:solidFill>
                  <a:srgbClr val="34D399"/>
                </a:solidFill>
                <a:latin typeface="Calibri"/>
                <a:cs typeface="Calibri"/>
              </a:rPr>
              <a:t>her</a:t>
            </a:r>
            <a:r>
              <a:rPr sz="4200" i="1" spc="-104" baseline="5952" dirty="0">
                <a:solidFill>
                  <a:srgbClr val="34D399"/>
                </a:solidFill>
                <a:latin typeface="Calibri"/>
                <a:cs typeface="Calibri"/>
              </a:rPr>
              <a:t>e</a:t>
            </a:r>
            <a:r>
              <a:rPr sz="4200" i="1" spc="-104" baseline="6944" dirty="0">
                <a:solidFill>
                  <a:srgbClr val="34D399"/>
                </a:solidFill>
                <a:latin typeface="Calibri"/>
                <a:cs typeface="Calibri"/>
              </a:rPr>
              <a:t>:</a:t>
            </a:r>
            <a:endParaRPr sz="4200" baseline="6944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 rot="21540000">
            <a:off x="1151942" y="2045535"/>
            <a:ext cx="4046001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95"/>
              </a:lnSpc>
            </a:pPr>
            <a:r>
              <a:rPr sz="2800" i="1" spc="-225" dirty="0">
                <a:solidFill>
                  <a:srgbClr val="F77070"/>
                </a:solidFill>
                <a:latin typeface="Calibri"/>
                <a:cs typeface="Calibri"/>
              </a:rPr>
              <a:t>Problem:</a:t>
            </a:r>
            <a:r>
              <a:rPr sz="2800" i="1" spc="-1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baseline="2976" dirty="0">
                <a:solidFill>
                  <a:srgbClr val="F77070"/>
                </a:solidFill>
                <a:latin typeface="Calibri"/>
                <a:cs typeface="Calibri"/>
              </a:rPr>
              <a:t>S</a:t>
            </a:r>
            <a:r>
              <a:rPr sz="4200" i="1" baseline="3968" dirty="0">
                <a:solidFill>
                  <a:srgbClr val="F77070"/>
                </a:solidFill>
                <a:latin typeface="Calibri"/>
                <a:cs typeface="Calibri"/>
              </a:rPr>
              <a:t>CA</a:t>
            </a:r>
            <a:r>
              <a:rPr sz="4200" i="1" baseline="4960" dirty="0">
                <a:solidFill>
                  <a:srgbClr val="F77070"/>
                </a:solidFill>
                <a:latin typeface="Calibri"/>
                <a:cs typeface="Calibri"/>
              </a:rPr>
              <a:t>DA</a:t>
            </a:r>
            <a:r>
              <a:rPr sz="4200" i="1" spc="-7" baseline="496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spc="-262" baseline="5952" dirty="0">
                <a:solidFill>
                  <a:srgbClr val="F77070"/>
                </a:solidFill>
                <a:latin typeface="Calibri"/>
                <a:cs typeface="Calibri"/>
              </a:rPr>
              <a:t>gr</a:t>
            </a:r>
            <a:r>
              <a:rPr sz="4200" i="1" spc="-262" baseline="6944" dirty="0">
                <a:solidFill>
                  <a:srgbClr val="F77070"/>
                </a:solidFill>
                <a:latin typeface="Calibri"/>
                <a:cs typeface="Calibri"/>
              </a:rPr>
              <a:t>ids</a:t>
            </a:r>
            <a:r>
              <a:rPr sz="4200" i="1" spc="-7" baseline="6944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spc="-284" baseline="7936" dirty="0">
                <a:solidFill>
                  <a:srgbClr val="F77070"/>
                </a:solidFill>
                <a:latin typeface="Calibri"/>
                <a:cs typeface="Calibri"/>
              </a:rPr>
              <a:t>bloc</a:t>
            </a:r>
            <a:r>
              <a:rPr sz="4200" i="1" spc="-284" baseline="9920" dirty="0">
                <a:solidFill>
                  <a:srgbClr val="F77070"/>
                </a:solidFill>
                <a:latin typeface="Calibri"/>
                <a:cs typeface="Calibri"/>
              </a:rPr>
              <a:t>k</a:t>
            </a:r>
            <a:r>
              <a:rPr sz="4200" i="1" spc="-15" baseline="992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spc="-37" baseline="9920" dirty="0">
                <a:solidFill>
                  <a:srgbClr val="F77070"/>
                </a:solidFill>
                <a:latin typeface="Calibri"/>
                <a:cs typeface="Calibri"/>
              </a:rPr>
              <a:t>all</a:t>
            </a:r>
            <a:endParaRPr sz="4200" baseline="992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 rot="21540000">
            <a:off x="1137975" y="2514274"/>
            <a:ext cx="2386303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35"/>
              </a:lnSpc>
            </a:pPr>
            <a:r>
              <a:rPr sz="2800" i="1" spc="-195" dirty="0">
                <a:solidFill>
                  <a:srgbClr val="F77070"/>
                </a:solidFill>
                <a:latin typeface="Calibri"/>
                <a:cs typeface="Calibri"/>
              </a:rPr>
              <a:t>exter</a:t>
            </a:r>
            <a:r>
              <a:rPr sz="4200" i="1" spc="-292" baseline="1984" dirty="0">
                <a:solidFill>
                  <a:srgbClr val="F77070"/>
                </a:solidFill>
                <a:latin typeface="Calibri"/>
                <a:cs typeface="Calibri"/>
              </a:rPr>
              <a:t>nal</a:t>
            </a:r>
            <a:r>
              <a:rPr sz="4200" i="1" spc="-60" baseline="1984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spc="300" baseline="2976" dirty="0">
                <a:solidFill>
                  <a:srgbClr val="F77070"/>
                </a:solidFill>
                <a:latin typeface="Calibri"/>
                <a:cs typeface="Calibri"/>
              </a:rPr>
              <a:t>IP</a:t>
            </a:r>
            <a:r>
              <a:rPr sz="4200" i="1" spc="-52" baseline="2976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spc="-142" baseline="3968" dirty="0">
                <a:solidFill>
                  <a:srgbClr val="F77070"/>
                </a:solidFill>
                <a:latin typeface="Calibri"/>
                <a:cs typeface="Calibri"/>
              </a:rPr>
              <a:t>tr</a:t>
            </a:r>
            <a:r>
              <a:rPr sz="4200" i="1" spc="-142" baseline="4960" dirty="0">
                <a:solidFill>
                  <a:srgbClr val="F77070"/>
                </a:solidFill>
                <a:latin typeface="Calibri"/>
                <a:cs typeface="Calibri"/>
              </a:rPr>
              <a:t>affic</a:t>
            </a:r>
            <a:r>
              <a:rPr sz="4200" i="1" spc="-142" baseline="5952" dirty="0">
                <a:solidFill>
                  <a:srgbClr val="F77070"/>
                </a:solidFill>
                <a:latin typeface="Calibri"/>
                <a:cs typeface="Calibri"/>
              </a:rPr>
              <a:t>!</a:t>
            </a:r>
            <a:endParaRPr sz="4200" baseline="5952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 rot="21540000">
            <a:off x="1063663" y="2994499"/>
            <a:ext cx="4316796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5"/>
              </a:lnSpc>
            </a:pPr>
            <a:r>
              <a:rPr sz="2800" i="1" spc="-10" dirty="0">
                <a:solidFill>
                  <a:srgbClr val="34D399"/>
                </a:solidFill>
                <a:latin typeface="Calibri"/>
                <a:cs typeface="Calibri"/>
              </a:rPr>
              <a:t>-</a:t>
            </a:r>
            <a:r>
              <a:rPr sz="2800" i="1" dirty="0">
                <a:solidFill>
                  <a:srgbClr val="34D399"/>
                </a:solidFill>
                <a:latin typeface="Calibri"/>
                <a:cs typeface="Calibri"/>
              </a:rPr>
              <a:t>&gt;</a:t>
            </a:r>
            <a:r>
              <a:rPr sz="2800" i="1" spc="-8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200" dirty="0">
                <a:solidFill>
                  <a:srgbClr val="34D399"/>
                </a:solidFill>
                <a:latin typeface="Calibri"/>
                <a:cs typeface="Calibri"/>
              </a:rPr>
              <a:t>If</a:t>
            </a:r>
            <a:r>
              <a:rPr sz="2800" i="1" spc="-7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82" baseline="1984" dirty="0">
                <a:solidFill>
                  <a:srgbClr val="34D399"/>
                </a:solidFill>
                <a:latin typeface="Calibri"/>
                <a:cs typeface="Calibri"/>
              </a:rPr>
              <a:t>we</a:t>
            </a:r>
            <a:r>
              <a:rPr sz="4200" i="1" spc="-104" baseline="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75" baseline="2976" dirty="0">
                <a:solidFill>
                  <a:srgbClr val="34D399"/>
                </a:solidFill>
                <a:latin typeface="Calibri"/>
                <a:cs typeface="Calibri"/>
              </a:rPr>
              <a:t>use</a:t>
            </a:r>
            <a:r>
              <a:rPr sz="4200" i="1" spc="-104" baseline="297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52" baseline="3968" dirty="0">
                <a:solidFill>
                  <a:srgbClr val="34D399"/>
                </a:solidFill>
                <a:latin typeface="Calibri"/>
                <a:cs typeface="Calibri"/>
              </a:rPr>
              <a:t>A</a:t>
            </a:r>
            <a:r>
              <a:rPr sz="4200" i="1" spc="-52" baseline="4960" dirty="0">
                <a:solidFill>
                  <a:srgbClr val="34D399"/>
                </a:solidFill>
                <a:latin typeface="Calibri"/>
                <a:cs typeface="Calibri"/>
              </a:rPr>
              <a:t>W</a:t>
            </a:r>
            <a:r>
              <a:rPr sz="4200" i="1" spc="-52" baseline="5952" dirty="0">
                <a:solidFill>
                  <a:srgbClr val="34D399"/>
                </a:solidFill>
                <a:latin typeface="Calibri"/>
                <a:cs typeface="Calibri"/>
              </a:rPr>
              <a:t>S/GCP</a:t>
            </a:r>
            <a:r>
              <a:rPr sz="4200" i="1" spc="-112" baseline="5952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82" baseline="7936" dirty="0">
                <a:solidFill>
                  <a:srgbClr val="34D399"/>
                </a:solidFill>
                <a:latin typeface="Calibri"/>
                <a:cs typeface="Calibri"/>
              </a:rPr>
              <a:t>=</a:t>
            </a:r>
            <a:r>
              <a:rPr sz="4200" i="1" spc="-157" baseline="793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5" baseline="8928" dirty="0">
                <a:solidFill>
                  <a:srgbClr val="34D399"/>
                </a:solidFill>
                <a:latin typeface="Calibri"/>
                <a:cs typeface="Calibri"/>
              </a:rPr>
              <a:t>In</a:t>
            </a:r>
            <a:r>
              <a:rPr sz="4200" i="1" spc="-15" baseline="9920" dirty="0">
                <a:solidFill>
                  <a:srgbClr val="34D399"/>
                </a:solidFill>
                <a:latin typeface="Calibri"/>
                <a:cs typeface="Calibri"/>
              </a:rPr>
              <a:t>st</a:t>
            </a:r>
            <a:r>
              <a:rPr sz="4200" i="1" spc="-15" baseline="10912" dirty="0">
                <a:solidFill>
                  <a:srgbClr val="34D399"/>
                </a:solidFill>
                <a:latin typeface="Calibri"/>
                <a:cs typeface="Calibri"/>
              </a:rPr>
              <a:t>ant</a:t>
            </a:r>
            <a:endParaRPr sz="4200" baseline="10912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 rot="21540000">
            <a:off x="1126648" y="3420216"/>
            <a:ext cx="292302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5"/>
              </a:lnSpc>
            </a:pPr>
            <a:r>
              <a:rPr sz="2800" i="1" spc="-220" dirty="0">
                <a:solidFill>
                  <a:srgbClr val="34D399"/>
                </a:solidFill>
                <a:latin typeface="Calibri"/>
                <a:cs typeface="Calibri"/>
              </a:rPr>
              <a:t>reject</a:t>
            </a:r>
            <a:r>
              <a:rPr sz="4200" i="1" spc="-330" baseline="1984" dirty="0">
                <a:solidFill>
                  <a:srgbClr val="34D399"/>
                </a:solidFill>
                <a:latin typeface="Calibri"/>
                <a:cs typeface="Calibri"/>
              </a:rPr>
              <a:t>ion</a:t>
            </a:r>
            <a:r>
              <a:rPr sz="4200" i="1" spc="-60" baseline="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59" baseline="2976" dirty="0">
                <a:solidFill>
                  <a:srgbClr val="34D399"/>
                </a:solidFill>
                <a:latin typeface="Calibri"/>
                <a:cs typeface="Calibri"/>
              </a:rPr>
              <a:t>b</a:t>
            </a:r>
            <a:r>
              <a:rPr sz="4200" i="1" spc="-359" baseline="3968" dirty="0">
                <a:solidFill>
                  <a:srgbClr val="34D399"/>
                </a:solidFill>
                <a:latin typeface="Calibri"/>
                <a:cs typeface="Calibri"/>
              </a:rPr>
              <a:t>y</a:t>
            </a:r>
            <a:r>
              <a:rPr sz="4200" i="1" spc="-60" baseline="3968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97" baseline="3968" dirty="0">
                <a:solidFill>
                  <a:srgbClr val="34D399"/>
                </a:solidFill>
                <a:latin typeface="Calibri"/>
                <a:cs typeface="Calibri"/>
              </a:rPr>
              <a:t>sec</a:t>
            </a:r>
            <a:r>
              <a:rPr sz="4200" i="1" spc="-52" baseline="3968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209" baseline="4960" dirty="0">
                <a:solidFill>
                  <a:srgbClr val="34D399"/>
                </a:solidFill>
                <a:latin typeface="Calibri"/>
                <a:cs typeface="Calibri"/>
              </a:rPr>
              <a:t>admins</a:t>
            </a:r>
            <a:r>
              <a:rPr sz="4200" i="1" spc="-209" baseline="7936" dirty="0">
                <a:solidFill>
                  <a:srgbClr val="34D399"/>
                </a:solidFill>
                <a:latin typeface="Calibri"/>
                <a:cs typeface="Calibri"/>
              </a:rPr>
              <a:t>.</a:t>
            </a:r>
            <a:endParaRPr sz="4200" baseline="7936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 rot="21540000">
            <a:off x="1152059" y="3897630"/>
            <a:ext cx="249812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4200" i="1" spc="127" baseline="-3968" dirty="0">
                <a:solidFill>
                  <a:srgbClr val="FDDF46"/>
                </a:solidFill>
                <a:latin typeface="Calibri"/>
                <a:cs typeface="Calibri"/>
              </a:rPr>
              <a:t>OUR</a:t>
            </a:r>
            <a:r>
              <a:rPr sz="4200" i="1" spc="-104" baseline="-3968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4200" i="1" spc="67" baseline="-1984" dirty="0">
                <a:solidFill>
                  <a:srgbClr val="FDDF46"/>
                </a:solidFill>
                <a:latin typeface="Calibri"/>
                <a:cs typeface="Calibri"/>
              </a:rPr>
              <a:t>SO</a:t>
            </a:r>
            <a:r>
              <a:rPr sz="2800" i="1" spc="45" dirty="0">
                <a:solidFill>
                  <a:srgbClr val="FDDF46"/>
                </a:solidFill>
                <a:latin typeface="Calibri"/>
                <a:cs typeface="Calibri"/>
              </a:rPr>
              <a:t>LUTION: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 rot="21540000">
            <a:off x="1151957" y="4308138"/>
            <a:ext cx="382655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35"/>
              </a:lnSpc>
            </a:pPr>
            <a:r>
              <a:rPr sz="4200" i="1" spc="-315" baseline="-2976" dirty="0">
                <a:solidFill>
                  <a:srgbClr val="34D399"/>
                </a:solidFill>
                <a:latin typeface="Calibri"/>
                <a:cs typeface="Calibri"/>
              </a:rPr>
              <a:t>K</a:t>
            </a:r>
            <a:r>
              <a:rPr sz="4200" i="1" spc="-315" baseline="-1984" dirty="0">
                <a:solidFill>
                  <a:srgbClr val="34D399"/>
                </a:solidFill>
                <a:latin typeface="Calibri"/>
                <a:cs typeface="Calibri"/>
              </a:rPr>
              <a:t>eep</a:t>
            </a:r>
            <a:r>
              <a:rPr sz="4200" i="1" spc="-67" baseline="-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75" dirty="0">
                <a:solidFill>
                  <a:srgbClr val="34D399"/>
                </a:solidFill>
                <a:latin typeface="Calibri"/>
                <a:cs typeface="Calibri"/>
              </a:rPr>
              <a:t>all</a:t>
            </a:r>
            <a:r>
              <a:rPr sz="2800" i="1" spc="-7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235" dirty="0">
                <a:solidFill>
                  <a:srgbClr val="34D399"/>
                </a:solidFill>
                <a:latin typeface="Calibri"/>
                <a:cs typeface="Calibri"/>
              </a:rPr>
              <a:t>infer</a:t>
            </a:r>
            <a:r>
              <a:rPr sz="4200" i="1" spc="-352" baseline="1984" dirty="0">
                <a:solidFill>
                  <a:srgbClr val="34D399"/>
                </a:solidFill>
                <a:latin typeface="Calibri"/>
                <a:cs typeface="Calibri"/>
              </a:rPr>
              <a:t>enc</a:t>
            </a:r>
            <a:r>
              <a:rPr sz="4200" i="1" spc="-352" baseline="2976" dirty="0">
                <a:solidFill>
                  <a:srgbClr val="34D399"/>
                </a:solidFill>
                <a:latin typeface="Calibri"/>
                <a:cs typeface="Calibri"/>
              </a:rPr>
              <a:t>e</a:t>
            </a:r>
            <a:r>
              <a:rPr sz="4200" i="1" spc="-60" baseline="297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75" baseline="2976" dirty="0">
                <a:solidFill>
                  <a:srgbClr val="34D399"/>
                </a:solidFill>
                <a:latin typeface="Calibri"/>
                <a:cs typeface="Calibri"/>
              </a:rPr>
              <a:t>on</a:t>
            </a:r>
            <a:r>
              <a:rPr sz="4200" i="1" spc="-67" baseline="297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59" baseline="3968" dirty="0">
                <a:solidFill>
                  <a:srgbClr val="34D399"/>
                </a:solidFill>
                <a:latin typeface="Calibri"/>
                <a:cs typeface="Calibri"/>
              </a:rPr>
              <a:t>t</a:t>
            </a:r>
            <a:r>
              <a:rPr sz="4200" i="1" spc="-359" baseline="4960" dirty="0">
                <a:solidFill>
                  <a:srgbClr val="34D399"/>
                </a:solidFill>
                <a:latin typeface="Calibri"/>
                <a:cs typeface="Calibri"/>
              </a:rPr>
              <a:t>he</a:t>
            </a:r>
            <a:r>
              <a:rPr sz="4200" i="1" spc="-60" baseline="496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82" baseline="5952" dirty="0">
                <a:solidFill>
                  <a:srgbClr val="34D399"/>
                </a:solidFill>
                <a:latin typeface="Calibri"/>
                <a:cs typeface="Calibri"/>
              </a:rPr>
              <a:t>body</a:t>
            </a:r>
            <a:r>
              <a:rPr sz="4200" i="1" spc="-82" baseline="6944" dirty="0">
                <a:solidFill>
                  <a:srgbClr val="34D399"/>
                </a:solidFill>
                <a:latin typeface="Calibri"/>
                <a:cs typeface="Calibri"/>
              </a:rPr>
              <a:t>.</a:t>
            </a:r>
            <a:endParaRPr sz="4200" baseline="6944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 rot="21540000">
            <a:off x="1137832" y="4747401"/>
            <a:ext cx="4254780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45"/>
              </a:lnSpc>
            </a:pPr>
            <a:r>
              <a:rPr sz="4200" i="1" spc="82" baseline="-6944" dirty="0">
                <a:solidFill>
                  <a:srgbClr val="34D399"/>
                </a:solidFill>
                <a:latin typeface="Calibri"/>
                <a:cs typeface="Calibri"/>
              </a:rPr>
              <a:t>MCU</a:t>
            </a:r>
            <a:r>
              <a:rPr sz="4200" i="1" spc="-135" baseline="-694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442" baseline="-4960" dirty="0">
                <a:solidFill>
                  <a:srgbClr val="34D399"/>
                </a:solidFill>
                <a:latin typeface="Calibri"/>
                <a:cs typeface="Calibri"/>
              </a:rPr>
              <a:t>p</a:t>
            </a:r>
            <a:r>
              <a:rPr sz="4200" i="1" spc="-442" baseline="-3968" dirty="0">
                <a:solidFill>
                  <a:srgbClr val="34D399"/>
                </a:solidFill>
                <a:latin typeface="Calibri"/>
                <a:cs typeface="Calibri"/>
              </a:rPr>
              <a:t>roc</a:t>
            </a:r>
            <a:r>
              <a:rPr sz="4200" i="1" spc="-442" baseline="-2976" dirty="0">
                <a:solidFill>
                  <a:srgbClr val="34D399"/>
                </a:solidFill>
                <a:latin typeface="Calibri"/>
                <a:cs typeface="Calibri"/>
              </a:rPr>
              <a:t>esse</a:t>
            </a:r>
            <a:r>
              <a:rPr sz="4200" i="1" spc="-442" baseline="-1984" dirty="0">
                <a:solidFill>
                  <a:srgbClr val="34D399"/>
                </a:solidFill>
                <a:latin typeface="Calibri"/>
                <a:cs typeface="Calibri"/>
              </a:rPr>
              <a:t>s</a:t>
            </a:r>
            <a:r>
              <a:rPr sz="4200" i="1" spc="-82" baseline="-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30" baseline="-1984" dirty="0">
                <a:solidFill>
                  <a:srgbClr val="34D399"/>
                </a:solidFill>
                <a:latin typeface="Calibri"/>
                <a:cs typeface="Calibri"/>
              </a:rPr>
              <a:t>r</a:t>
            </a:r>
            <a:r>
              <a:rPr sz="2800" i="1" spc="-220" dirty="0">
                <a:solidFill>
                  <a:srgbClr val="34D399"/>
                </a:solidFill>
                <a:latin typeface="Calibri"/>
                <a:cs typeface="Calibri"/>
              </a:rPr>
              <a:t>aw</a:t>
            </a:r>
            <a:r>
              <a:rPr sz="2800" i="1" spc="-5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270" dirty="0">
                <a:solidFill>
                  <a:srgbClr val="34D399"/>
                </a:solidFill>
                <a:latin typeface="Calibri"/>
                <a:cs typeface="Calibri"/>
              </a:rPr>
              <a:t>AFE</a:t>
            </a:r>
            <a:r>
              <a:rPr sz="2800" i="1" spc="-5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30" baseline="1984" dirty="0">
                <a:solidFill>
                  <a:srgbClr val="34D399"/>
                </a:solidFill>
                <a:latin typeface="Calibri"/>
                <a:cs typeface="Calibri"/>
              </a:rPr>
              <a:t>dat</a:t>
            </a:r>
            <a:r>
              <a:rPr sz="4200" i="1" spc="-330" baseline="2976" dirty="0">
                <a:solidFill>
                  <a:srgbClr val="34D399"/>
                </a:solidFill>
                <a:latin typeface="Calibri"/>
                <a:cs typeface="Calibri"/>
              </a:rPr>
              <a:t>a</a:t>
            </a:r>
            <a:r>
              <a:rPr sz="4200" i="1" spc="-82" baseline="297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5" baseline="3968" dirty="0">
                <a:solidFill>
                  <a:srgbClr val="34D399"/>
                </a:solidFill>
                <a:latin typeface="Calibri"/>
                <a:cs typeface="Calibri"/>
              </a:rPr>
              <a:t>-</a:t>
            </a:r>
            <a:r>
              <a:rPr sz="4200" i="1" spc="-75" baseline="3968" dirty="0">
                <a:solidFill>
                  <a:srgbClr val="34D399"/>
                </a:solidFill>
                <a:latin typeface="Calibri"/>
                <a:cs typeface="Calibri"/>
              </a:rPr>
              <a:t>&gt;</a:t>
            </a:r>
            <a:endParaRPr sz="4200" baseline="3968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 rot="21540000">
            <a:off x="1141978" y="5189057"/>
            <a:ext cx="3647037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0"/>
              </a:lnSpc>
            </a:pPr>
            <a:r>
              <a:rPr sz="4200" i="1" spc="-232" baseline="-2976" dirty="0">
                <a:solidFill>
                  <a:srgbClr val="34D399"/>
                </a:solidFill>
                <a:latin typeface="Calibri"/>
                <a:cs typeface="Calibri"/>
              </a:rPr>
              <a:t>Out</a:t>
            </a:r>
            <a:r>
              <a:rPr sz="2800" i="1" spc="-155" dirty="0">
                <a:solidFill>
                  <a:srgbClr val="34D399"/>
                </a:solidFill>
                <a:latin typeface="Calibri"/>
                <a:cs typeface="Calibri"/>
              </a:rPr>
              <a:t>puts</a:t>
            </a:r>
            <a:r>
              <a:rPr sz="2800" i="1" spc="-4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90" dirty="0">
                <a:solidFill>
                  <a:srgbClr val="34D399"/>
                </a:solidFill>
                <a:latin typeface="Calibri"/>
                <a:cs typeface="Calibri"/>
              </a:rPr>
              <a:t>1/0</a:t>
            </a:r>
            <a:r>
              <a:rPr sz="2800" i="1" spc="-4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65" baseline="1984" dirty="0">
                <a:solidFill>
                  <a:srgbClr val="34D399"/>
                </a:solidFill>
                <a:latin typeface="Calibri"/>
                <a:cs typeface="Calibri"/>
              </a:rPr>
              <a:t>(Aler</a:t>
            </a:r>
            <a:r>
              <a:rPr sz="4200" i="1" spc="-165" baseline="3968" dirty="0">
                <a:solidFill>
                  <a:srgbClr val="34D399"/>
                </a:solidFill>
                <a:latin typeface="Calibri"/>
                <a:cs typeface="Calibri"/>
              </a:rPr>
              <a:t>t/N</a:t>
            </a:r>
            <a:r>
              <a:rPr sz="4200" i="1" spc="-165" baseline="4960" dirty="0">
                <a:solidFill>
                  <a:srgbClr val="34D399"/>
                </a:solidFill>
                <a:latin typeface="Calibri"/>
                <a:cs typeface="Calibri"/>
              </a:rPr>
              <a:t>or</a:t>
            </a:r>
            <a:r>
              <a:rPr sz="4200" i="1" spc="-165" baseline="5952" dirty="0">
                <a:solidFill>
                  <a:srgbClr val="34D399"/>
                </a:solidFill>
                <a:latin typeface="Calibri"/>
                <a:cs typeface="Calibri"/>
              </a:rPr>
              <a:t>mal).</a:t>
            </a:r>
            <a:endParaRPr sz="4200" baseline="5952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 rot="21540000">
            <a:off x="1110489" y="5630846"/>
            <a:ext cx="4269967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sz="2800" i="1" spc="-114" dirty="0">
                <a:solidFill>
                  <a:srgbClr val="34D399"/>
                </a:solidFill>
                <a:latin typeface="Calibri"/>
                <a:cs typeface="Calibri"/>
              </a:rPr>
              <a:t>Only</a:t>
            </a:r>
            <a:r>
              <a:rPr sz="2800" i="1" spc="-4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67" baseline="1984" dirty="0">
                <a:solidFill>
                  <a:srgbClr val="34D399"/>
                </a:solidFill>
                <a:latin typeface="Calibri"/>
                <a:cs typeface="Calibri"/>
              </a:rPr>
              <a:t>send</a:t>
            </a:r>
            <a:r>
              <a:rPr sz="4200" i="1" spc="-60" baseline="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59" baseline="3968" dirty="0">
                <a:solidFill>
                  <a:srgbClr val="34D399"/>
                </a:solidFill>
                <a:latin typeface="Calibri"/>
                <a:cs typeface="Calibri"/>
              </a:rPr>
              <a:t>the</a:t>
            </a:r>
            <a:r>
              <a:rPr sz="4200" i="1" spc="-60" baseline="3968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15" baseline="4960" dirty="0">
                <a:solidFill>
                  <a:srgbClr val="34D399"/>
                </a:solidFill>
                <a:latin typeface="Calibri"/>
                <a:cs typeface="Calibri"/>
              </a:rPr>
              <a:t>*r</a:t>
            </a:r>
            <a:r>
              <a:rPr sz="4200" i="1" spc="-315" baseline="5952" dirty="0">
                <a:solidFill>
                  <a:srgbClr val="34D399"/>
                </a:solidFill>
                <a:latin typeface="Calibri"/>
                <a:cs typeface="Calibri"/>
              </a:rPr>
              <a:t>esul</a:t>
            </a:r>
            <a:r>
              <a:rPr sz="4200" i="1" spc="-315" baseline="6944" dirty="0">
                <a:solidFill>
                  <a:srgbClr val="34D399"/>
                </a:solidFill>
                <a:latin typeface="Calibri"/>
                <a:cs typeface="Calibri"/>
              </a:rPr>
              <a:t>t*</a:t>
            </a:r>
            <a:r>
              <a:rPr sz="4200" i="1" spc="-67" baseline="694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75" baseline="7936" dirty="0">
                <a:solidFill>
                  <a:srgbClr val="34D399"/>
                </a:solidFill>
                <a:latin typeface="Calibri"/>
                <a:cs typeface="Calibri"/>
              </a:rPr>
              <a:t>ov</a:t>
            </a:r>
            <a:r>
              <a:rPr sz="4200" i="1" spc="-375" baseline="8928" dirty="0">
                <a:solidFill>
                  <a:srgbClr val="34D399"/>
                </a:solidFill>
                <a:latin typeface="Calibri"/>
                <a:cs typeface="Calibri"/>
              </a:rPr>
              <a:t>er</a:t>
            </a:r>
            <a:r>
              <a:rPr sz="4200" i="1" spc="-60" baseline="8928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5" baseline="9920" dirty="0">
                <a:solidFill>
                  <a:srgbClr val="34D399"/>
                </a:solidFill>
                <a:latin typeface="Calibri"/>
                <a:cs typeface="Calibri"/>
              </a:rPr>
              <a:t>LoR</a:t>
            </a:r>
            <a:r>
              <a:rPr sz="4200" i="1" spc="-15" baseline="10912" dirty="0">
                <a:solidFill>
                  <a:srgbClr val="34D399"/>
                </a:solidFill>
                <a:latin typeface="Calibri"/>
                <a:cs typeface="Calibri"/>
              </a:rPr>
              <a:t>a.</a:t>
            </a:r>
            <a:endParaRPr sz="4200" baseline="10912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 rot="21540000">
            <a:off x="1137900" y="6072408"/>
            <a:ext cx="3341296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5"/>
              </a:lnSpc>
            </a:pPr>
            <a:r>
              <a:rPr sz="4200" i="1" spc="-232" baseline="-4960" dirty="0">
                <a:solidFill>
                  <a:srgbClr val="34D399"/>
                </a:solidFill>
                <a:latin typeface="Calibri"/>
                <a:cs typeface="Calibri"/>
              </a:rPr>
              <a:t>Z</a:t>
            </a:r>
            <a:r>
              <a:rPr sz="4200" i="1" spc="-232" baseline="-3968" dirty="0">
                <a:solidFill>
                  <a:srgbClr val="34D399"/>
                </a:solidFill>
                <a:latin typeface="Calibri"/>
                <a:cs typeface="Calibri"/>
              </a:rPr>
              <a:t>ero</a:t>
            </a:r>
            <a:r>
              <a:rPr sz="4200" i="1" spc="-52" baseline="-3968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30" baseline="-2976" dirty="0">
                <a:solidFill>
                  <a:srgbClr val="34D399"/>
                </a:solidFill>
                <a:latin typeface="Calibri"/>
                <a:cs typeface="Calibri"/>
              </a:rPr>
              <a:t>ne</a:t>
            </a:r>
            <a:r>
              <a:rPr sz="4200" i="1" spc="-330" baseline="-1984" dirty="0">
                <a:solidFill>
                  <a:srgbClr val="34D399"/>
                </a:solidFill>
                <a:latin typeface="Calibri"/>
                <a:cs typeface="Calibri"/>
              </a:rPr>
              <a:t>tw</a:t>
            </a:r>
            <a:r>
              <a:rPr sz="2800" i="1" spc="-220" dirty="0">
                <a:solidFill>
                  <a:srgbClr val="34D399"/>
                </a:solidFill>
                <a:latin typeface="Calibri"/>
                <a:cs typeface="Calibri"/>
              </a:rPr>
              <a:t>ork</a:t>
            </a:r>
            <a:r>
              <a:rPr sz="2800" i="1" spc="-3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45" dirty="0">
                <a:solidFill>
                  <a:srgbClr val="34D399"/>
                </a:solidFill>
                <a:latin typeface="Calibri"/>
                <a:cs typeface="Calibri"/>
              </a:rPr>
              <a:t>pene</a:t>
            </a:r>
            <a:r>
              <a:rPr sz="4200" i="1" spc="-217" baseline="1984" dirty="0">
                <a:solidFill>
                  <a:srgbClr val="34D399"/>
                </a:solidFill>
                <a:latin typeface="Calibri"/>
                <a:cs typeface="Calibri"/>
              </a:rPr>
              <a:t>trat</a:t>
            </a:r>
            <a:r>
              <a:rPr sz="4200" i="1" spc="-217" baseline="2976" dirty="0">
                <a:solidFill>
                  <a:srgbClr val="34D399"/>
                </a:solidFill>
                <a:latin typeface="Calibri"/>
                <a:cs typeface="Calibri"/>
              </a:rPr>
              <a:t>ion!</a:t>
            </a:r>
            <a:endParaRPr sz="4200" baseline="2976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49063" y="1923986"/>
            <a:ext cx="5612532" cy="4489758"/>
            <a:chOff x="4462548" y="2353248"/>
            <a:chExt cx="5612532" cy="4489758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2548" y="6384138"/>
              <a:ext cx="485556" cy="45886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30840" y="2353248"/>
              <a:ext cx="3444240" cy="4328160"/>
            </a:xfrm>
            <a:custGeom>
              <a:avLst/>
              <a:gdLst/>
              <a:ahLst/>
              <a:cxnLst/>
              <a:rect l="l" t="t" r="r" b="b"/>
              <a:pathLst>
                <a:path w="3444240" h="4328159">
                  <a:moveTo>
                    <a:pt x="3153680" y="4327643"/>
                  </a:moveTo>
                  <a:lnTo>
                    <a:pt x="72107" y="4166144"/>
                  </a:lnTo>
                  <a:lnTo>
                    <a:pt x="19536" y="4140975"/>
                  </a:lnTo>
                  <a:lnTo>
                    <a:pt x="0" y="4086061"/>
                  </a:lnTo>
                  <a:lnTo>
                    <a:pt x="210362" y="72107"/>
                  </a:lnTo>
                  <a:lnTo>
                    <a:pt x="217915" y="42875"/>
                  </a:lnTo>
                  <a:lnTo>
                    <a:pt x="235532" y="19536"/>
                  </a:lnTo>
                  <a:lnTo>
                    <a:pt x="260584" y="4455"/>
                  </a:lnTo>
                  <a:lnTo>
                    <a:pt x="290446" y="0"/>
                  </a:lnTo>
                  <a:lnTo>
                    <a:pt x="3372018" y="161498"/>
                  </a:lnTo>
                  <a:lnTo>
                    <a:pt x="3401250" y="169051"/>
                  </a:lnTo>
                  <a:lnTo>
                    <a:pt x="3424589" y="186668"/>
                  </a:lnTo>
                  <a:lnTo>
                    <a:pt x="3439670" y="211720"/>
                  </a:lnTo>
                  <a:lnTo>
                    <a:pt x="3444126" y="241582"/>
                  </a:lnTo>
                  <a:lnTo>
                    <a:pt x="3233763" y="4255535"/>
                  </a:lnTo>
                  <a:lnTo>
                    <a:pt x="3226210" y="4284767"/>
                  </a:lnTo>
                  <a:lnTo>
                    <a:pt x="3208594" y="4308106"/>
                  </a:lnTo>
                  <a:lnTo>
                    <a:pt x="3183541" y="4323187"/>
                  </a:lnTo>
                  <a:lnTo>
                    <a:pt x="3153680" y="4327643"/>
                  </a:lnTo>
                  <a:close/>
                </a:path>
              </a:pathLst>
            </a:custGeom>
            <a:solidFill>
              <a:srgbClr val="031F11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32651" y="2354980"/>
              <a:ext cx="3441700" cy="4324350"/>
            </a:xfrm>
            <a:custGeom>
              <a:avLst/>
              <a:gdLst/>
              <a:ahLst/>
              <a:cxnLst/>
              <a:rect l="l" t="t" r="r" b="b"/>
              <a:pathLst>
                <a:path w="3441700" h="4324350">
                  <a:moveTo>
                    <a:pt x="22339" y="3987292"/>
                  </a:moveTo>
                  <a:lnTo>
                    <a:pt x="3327" y="3986288"/>
                  </a:lnTo>
                  <a:lnTo>
                    <a:pt x="0" y="4049699"/>
                  </a:lnTo>
                  <a:lnTo>
                    <a:pt x="19024" y="4050703"/>
                  </a:lnTo>
                  <a:lnTo>
                    <a:pt x="22339" y="3987292"/>
                  </a:lnTo>
                  <a:close/>
                </a:path>
                <a:path w="3441700" h="4324350">
                  <a:moveTo>
                    <a:pt x="51638" y="4140289"/>
                  </a:moveTo>
                  <a:lnTo>
                    <a:pt x="49364" y="4139666"/>
                  </a:lnTo>
                  <a:lnTo>
                    <a:pt x="31902" y="4126420"/>
                  </a:lnTo>
                  <a:lnTo>
                    <a:pt x="17729" y="4139158"/>
                  </a:lnTo>
                  <a:lnTo>
                    <a:pt x="41059" y="4156786"/>
                  </a:lnTo>
                  <a:lnTo>
                    <a:pt x="44107" y="4157573"/>
                  </a:lnTo>
                  <a:lnTo>
                    <a:pt x="51638" y="4140289"/>
                  </a:lnTo>
                  <a:close/>
                </a:path>
                <a:path w="3441700" h="4324350">
                  <a:moveTo>
                    <a:pt x="74764" y="4079062"/>
                  </a:moveTo>
                  <a:lnTo>
                    <a:pt x="2679" y="4100715"/>
                  </a:lnTo>
                  <a:lnTo>
                    <a:pt x="2679" y="4113428"/>
                  </a:lnTo>
                  <a:lnTo>
                    <a:pt x="18364" y="4126966"/>
                  </a:lnTo>
                  <a:lnTo>
                    <a:pt x="32461" y="4114990"/>
                  </a:lnTo>
                  <a:lnTo>
                    <a:pt x="20866" y="4101668"/>
                  </a:lnTo>
                  <a:lnTo>
                    <a:pt x="20370" y="4101642"/>
                  </a:lnTo>
                  <a:lnTo>
                    <a:pt x="74764" y="4079062"/>
                  </a:lnTo>
                  <a:close/>
                </a:path>
                <a:path w="3441700" h="4324350">
                  <a:moveTo>
                    <a:pt x="100279" y="2500249"/>
                  </a:moveTo>
                  <a:lnTo>
                    <a:pt x="81089" y="2502433"/>
                  </a:lnTo>
                  <a:lnTo>
                    <a:pt x="78422" y="2553157"/>
                  </a:lnTo>
                  <a:lnTo>
                    <a:pt x="97447" y="2554160"/>
                  </a:lnTo>
                  <a:lnTo>
                    <a:pt x="100279" y="2500249"/>
                  </a:lnTo>
                  <a:close/>
                </a:path>
                <a:path w="3441700" h="4324350">
                  <a:moveTo>
                    <a:pt x="106260" y="2386114"/>
                  </a:moveTo>
                  <a:lnTo>
                    <a:pt x="87071" y="2388285"/>
                  </a:lnTo>
                  <a:lnTo>
                    <a:pt x="84416" y="2439009"/>
                  </a:lnTo>
                  <a:lnTo>
                    <a:pt x="103428" y="2440013"/>
                  </a:lnTo>
                  <a:lnTo>
                    <a:pt x="106260" y="2386114"/>
                  </a:lnTo>
                  <a:close/>
                </a:path>
                <a:path w="3441700" h="4324350">
                  <a:moveTo>
                    <a:pt x="112242" y="2271966"/>
                  </a:moveTo>
                  <a:lnTo>
                    <a:pt x="93052" y="2274138"/>
                  </a:lnTo>
                  <a:lnTo>
                    <a:pt x="90398" y="2324874"/>
                  </a:lnTo>
                  <a:lnTo>
                    <a:pt x="109410" y="2325865"/>
                  </a:lnTo>
                  <a:lnTo>
                    <a:pt x="112242" y="2271966"/>
                  </a:lnTo>
                  <a:close/>
                </a:path>
                <a:path w="3441700" h="4324350">
                  <a:moveTo>
                    <a:pt x="118224" y="2157819"/>
                  </a:moveTo>
                  <a:lnTo>
                    <a:pt x="99034" y="2160003"/>
                  </a:lnTo>
                  <a:lnTo>
                    <a:pt x="96380" y="2210727"/>
                  </a:lnTo>
                  <a:lnTo>
                    <a:pt x="115392" y="2211730"/>
                  </a:lnTo>
                  <a:lnTo>
                    <a:pt x="118224" y="2157819"/>
                  </a:lnTo>
                  <a:close/>
                </a:path>
                <a:path w="3441700" h="4324350">
                  <a:moveTo>
                    <a:pt x="157187" y="2506421"/>
                  </a:moveTo>
                  <a:lnTo>
                    <a:pt x="100114" y="2503424"/>
                  </a:lnTo>
                  <a:lnTo>
                    <a:pt x="97447" y="2554160"/>
                  </a:lnTo>
                  <a:lnTo>
                    <a:pt x="94119" y="2617571"/>
                  </a:lnTo>
                  <a:lnTo>
                    <a:pt x="75107" y="2616568"/>
                  </a:lnTo>
                  <a:lnTo>
                    <a:pt x="72440" y="2667304"/>
                  </a:lnTo>
                  <a:lnTo>
                    <a:pt x="91465" y="2668295"/>
                  </a:lnTo>
                  <a:lnTo>
                    <a:pt x="88138" y="2731706"/>
                  </a:lnTo>
                  <a:lnTo>
                    <a:pt x="69126" y="2730716"/>
                  </a:lnTo>
                  <a:lnTo>
                    <a:pt x="66459" y="2781439"/>
                  </a:lnTo>
                  <a:lnTo>
                    <a:pt x="85483" y="2782443"/>
                  </a:lnTo>
                  <a:lnTo>
                    <a:pt x="82156" y="2845854"/>
                  </a:lnTo>
                  <a:lnTo>
                    <a:pt x="63144" y="2844863"/>
                  </a:lnTo>
                  <a:lnTo>
                    <a:pt x="60477" y="2895587"/>
                  </a:lnTo>
                  <a:lnTo>
                    <a:pt x="79502" y="2896590"/>
                  </a:lnTo>
                  <a:lnTo>
                    <a:pt x="76174" y="2960001"/>
                  </a:lnTo>
                  <a:lnTo>
                    <a:pt x="57162" y="2958998"/>
                  </a:lnTo>
                  <a:lnTo>
                    <a:pt x="54495" y="3009735"/>
                  </a:lnTo>
                  <a:lnTo>
                    <a:pt x="73520" y="3010725"/>
                  </a:lnTo>
                  <a:lnTo>
                    <a:pt x="70192" y="3074136"/>
                  </a:lnTo>
                  <a:lnTo>
                    <a:pt x="51181" y="3073146"/>
                  </a:lnTo>
                  <a:lnTo>
                    <a:pt x="48514" y="3123869"/>
                  </a:lnTo>
                  <a:lnTo>
                    <a:pt x="67538" y="3124873"/>
                  </a:lnTo>
                  <a:lnTo>
                    <a:pt x="64211" y="3188284"/>
                  </a:lnTo>
                  <a:lnTo>
                    <a:pt x="45199" y="3187293"/>
                  </a:lnTo>
                  <a:lnTo>
                    <a:pt x="42532" y="3238017"/>
                  </a:lnTo>
                  <a:lnTo>
                    <a:pt x="61556" y="3239020"/>
                  </a:lnTo>
                  <a:lnTo>
                    <a:pt x="58229" y="3302431"/>
                  </a:lnTo>
                  <a:lnTo>
                    <a:pt x="39217" y="3301428"/>
                  </a:lnTo>
                  <a:lnTo>
                    <a:pt x="36550" y="3352165"/>
                  </a:lnTo>
                  <a:lnTo>
                    <a:pt x="55575" y="3353155"/>
                  </a:lnTo>
                  <a:lnTo>
                    <a:pt x="52247" y="3416566"/>
                  </a:lnTo>
                  <a:lnTo>
                    <a:pt x="33235" y="3415576"/>
                  </a:lnTo>
                  <a:lnTo>
                    <a:pt x="30568" y="3466300"/>
                  </a:lnTo>
                  <a:lnTo>
                    <a:pt x="49593" y="3467303"/>
                  </a:lnTo>
                  <a:lnTo>
                    <a:pt x="46266" y="3530714"/>
                  </a:lnTo>
                  <a:lnTo>
                    <a:pt x="27254" y="3529723"/>
                  </a:lnTo>
                  <a:lnTo>
                    <a:pt x="23926" y="3593134"/>
                  </a:lnTo>
                  <a:lnTo>
                    <a:pt x="42938" y="3594125"/>
                  </a:lnTo>
                  <a:lnTo>
                    <a:pt x="40284" y="3644862"/>
                  </a:lnTo>
                  <a:lnTo>
                    <a:pt x="21272" y="3643858"/>
                  </a:lnTo>
                  <a:lnTo>
                    <a:pt x="17945" y="3707269"/>
                  </a:lnTo>
                  <a:lnTo>
                    <a:pt x="36957" y="3708273"/>
                  </a:lnTo>
                  <a:lnTo>
                    <a:pt x="34302" y="3758996"/>
                  </a:lnTo>
                  <a:lnTo>
                    <a:pt x="15290" y="3758006"/>
                  </a:lnTo>
                  <a:lnTo>
                    <a:pt x="11963" y="3821417"/>
                  </a:lnTo>
                  <a:lnTo>
                    <a:pt x="30975" y="3822420"/>
                  </a:lnTo>
                  <a:lnTo>
                    <a:pt x="28321" y="3873144"/>
                  </a:lnTo>
                  <a:lnTo>
                    <a:pt x="9309" y="3872153"/>
                  </a:lnTo>
                  <a:lnTo>
                    <a:pt x="5981" y="3935565"/>
                  </a:lnTo>
                  <a:lnTo>
                    <a:pt x="24993" y="3936555"/>
                  </a:lnTo>
                  <a:lnTo>
                    <a:pt x="22339" y="3987292"/>
                  </a:lnTo>
                  <a:lnTo>
                    <a:pt x="79413" y="3990276"/>
                  </a:lnTo>
                  <a:lnTo>
                    <a:pt x="157187" y="2506421"/>
                  </a:lnTo>
                  <a:close/>
                </a:path>
                <a:path w="3441700" h="4324350">
                  <a:moveTo>
                    <a:pt x="161226" y="4150106"/>
                  </a:moveTo>
                  <a:lnTo>
                    <a:pt x="104330" y="4147121"/>
                  </a:lnTo>
                  <a:lnTo>
                    <a:pt x="103339" y="4166146"/>
                  </a:lnTo>
                  <a:lnTo>
                    <a:pt x="160235" y="4169130"/>
                  </a:lnTo>
                  <a:lnTo>
                    <a:pt x="161226" y="4150106"/>
                  </a:lnTo>
                  <a:close/>
                </a:path>
                <a:path w="3441700" h="4324350">
                  <a:moveTo>
                    <a:pt x="163169" y="2392273"/>
                  </a:moveTo>
                  <a:lnTo>
                    <a:pt x="106095" y="2389276"/>
                  </a:lnTo>
                  <a:lnTo>
                    <a:pt x="103428" y="2440013"/>
                  </a:lnTo>
                  <a:lnTo>
                    <a:pt x="100279" y="2500249"/>
                  </a:lnTo>
                  <a:lnTo>
                    <a:pt x="157848" y="2493734"/>
                  </a:lnTo>
                  <a:lnTo>
                    <a:pt x="163169" y="2392273"/>
                  </a:lnTo>
                  <a:close/>
                </a:path>
                <a:path w="3441700" h="4324350">
                  <a:moveTo>
                    <a:pt x="169151" y="2278126"/>
                  </a:moveTo>
                  <a:lnTo>
                    <a:pt x="112077" y="2275141"/>
                  </a:lnTo>
                  <a:lnTo>
                    <a:pt x="109410" y="2325865"/>
                  </a:lnTo>
                  <a:lnTo>
                    <a:pt x="106260" y="2386114"/>
                  </a:lnTo>
                  <a:lnTo>
                    <a:pt x="163830" y="2379586"/>
                  </a:lnTo>
                  <a:lnTo>
                    <a:pt x="169151" y="2278126"/>
                  </a:lnTo>
                  <a:close/>
                </a:path>
                <a:path w="3441700" h="4324350">
                  <a:moveTo>
                    <a:pt x="175133" y="2163991"/>
                  </a:moveTo>
                  <a:lnTo>
                    <a:pt x="118059" y="2160994"/>
                  </a:lnTo>
                  <a:lnTo>
                    <a:pt x="115392" y="2211730"/>
                  </a:lnTo>
                  <a:lnTo>
                    <a:pt x="112242" y="2271966"/>
                  </a:lnTo>
                  <a:lnTo>
                    <a:pt x="169811" y="2265451"/>
                  </a:lnTo>
                  <a:lnTo>
                    <a:pt x="175133" y="2163991"/>
                  </a:lnTo>
                  <a:close/>
                </a:path>
                <a:path w="3441700" h="4324350">
                  <a:moveTo>
                    <a:pt x="181775" y="2037156"/>
                  </a:moveTo>
                  <a:lnTo>
                    <a:pt x="124040" y="2046846"/>
                  </a:lnTo>
                  <a:lnTo>
                    <a:pt x="124206" y="2043684"/>
                  </a:lnTo>
                  <a:lnTo>
                    <a:pt x="105016" y="2045855"/>
                  </a:lnTo>
                  <a:lnTo>
                    <a:pt x="102362" y="2096579"/>
                  </a:lnTo>
                  <a:lnTo>
                    <a:pt x="121373" y="2097582"/>
                  </a:lnTo>
                  <a:lnTo>
                    <a:pt x="118224" y="2157819"/>
                  </a:lnTo>
                  <a:lnTo>
                    <a:pt x="175793" y="2151303"/>
                  </a:lnTo>
                  <a:lnTo>
                    <a:pt x="181775" y="2037156"/>
                  </a:lnTo>
                  <a:close/>
                </a:path>
                <a:path w="3441700" h="4324350">
                  <a:moveTo>
                    <a:pt x="187756" y="1923021"/>
                  </a:moveTo>
                  <a:lnTo>
                    <a:pt x="130022" y="1932711"/>
                  </a:lnTo>
                  <a:lnTo>
                    <a:pt x="129527" y="1942007"/>
                  </a:lnTo>
                  <a:lnTo>
                    <a:pt x="130187" y="1929536"/>
                  </a:lnTo>
                  <a:lnTo>
                    <a:pt x="110998" y="1931708"/>
                  </a:lnTo>
                  <a:lnTo>
                    <a:pt x="108343" y="1982444"/>
                  </a:lnTo>
                  <a:lnTo>
                    <a:pt x="127355" y="1983435"/>
                  </a:lnTo>
                  <a:lnTo>
                    <a:pt x="124206" y="2043684"/>
                  </a:lnTo>
                  <a:lnTo>
                    <a:pt x="181775" y="2037156"/>
                  </a:lnTo>
                  <a:lnTo>
                    <a:pt x="187756" y="1923021"/>
                  </a:lnTo>
                  <a:close/>
                </a:path>
                <a:path w="3441700" h="4324350">
                  <a:moveTo>
                    <a:pt x="193738" y="1808873"/>
                  </a:moveTo>
                  <a:lnTo>
                    <a:pt x="136004" y="1818563"/>
                  </a:lnTo>
                  <a:lnTo>
                    <a:pt x="135585" y="1826564"/>
                  </a:lnTo>
                  <a:lnTo>
                    <a:pt x="136169" y="1815388"/>
                  </a:lnTo>
                  <a:lnTo>
                    <a:pt x="116979" y="1817573"/>
                  </a:lnTo>
                  <a:lnTo>
                    <a:pt x="114325" y="1868297"/>
                  </a:lnTo>
                  <a:lnTo>
                    <a:pt x="133337" y="1869300"/>
                  </a:lnTo>
                  <a:lnTo>
                    <a:pt x="130187" y="1929536"/>
                  </a:lnTo>
                  <a:lnTo>
                    <a:pt x="187756" y="1923021"/>
                  </a:lnTo>
                  <a:lnTo>
                    <a:pt x="193738" y="1808873"/>
                  </a:lnTo>
                  <a:close/>
                </a:path>
                <a:path w="3441700" h="4324350">
                  <a:moveTo>
                    <a:pt x="199720" y="1694726"/>
                  </a:moveTo>
                  <a:lnTo>
                    <a:pt x="141986" y="1704416"/>
                  </a:lnTo>
                  <a:lnTo>
                    <a:pt x="142151" y="1701253"/>
                  </a:lnTo>
                  <a:lnTo>
                    <a:pt x="122961" y="1703425"/>
                  </a:lnTo>
                  <a:lnTo>
                    <a:pt x="120307" y="1754149"/>
                  </a:lnTo>
                  <a:lnTo>
                    <a:pt x="139319" y="1755152"/>
                  </a:lnTo>
                  <a:lnTo>
                    <a:pt x="136169" y="1815388"/>
                  </a:lnTo>
                  <a:lnTo>
                    <a:pt x="193738" y="1808873"/>
                  </a:lnTo>
                  <a:lnTo>
                    <a:pt x="199720" y="1694726"/>
                  </a:lnTo>
                  <a:close/>
                </a:path>
                <a:path w="3441700" h="4324350">
                  <a:moveTo>
                    <a:pt x="205701" y="1580591"/>
                  </a:moveTo>
                  <a:lnTo>
                    <a:pt x="147967" y="1590281"/>
                  </a:lnTo>
                  <a:lnTo>
                    <a:pt x="147472" y="1599577"/>
                  </a:lnTo>
                  <a:lnTo>
                    <a:pt x="148132" y="1587106"/>
                  </a:lnTo>
                  <a:lnTo>
                    <a:pt x="128943" y="1589278"/>
                  </a:lnTo>
                  <a:lnTo>
                    <a:pt x="126288" y="1640014"/>
                  </a:lnTo>
                  <a:lnTo>
                    <a:pt x="145300" y="1641005"/>
                  </a:lnTo>
                  <a:lnTo>
                    <a:pt x="142151" y="1701253"/>
                  </a:lnTo>
                  <a:lnTo>
                    <a:pt x="199720" y="1694726"/>
                  </a:lnTo>
                  <a:lnTo>
                    <a:pt x="205701" y="1580591"/>
                  </a:lnTo>
                  <a:close/>
                </a:path>
                <a:path w="3441700" h="4324350">
                  <a:moveTo>
                    <a:pt x="211683" y="1466443"/>
                  </a:moveTo>
                  <a:lnTo>
                    <a:pt x="153949" y="1476133"/>
                  </a:lnTo>
                  <a:lnTo>
                    <a:pt x="153530" y="1484134"/>
                  </a:lnTo>
                  <a:lnTo>
                    <a:pt x="154114" y="1472958"/>
                  </a:lnTo>
                  <a:lnTo>
                    <a:pt x="134924" y="1475143"/>
                  </a:lnTo>
                  <a:lnTo>
                    <a:pt x="132270" y="1525866"/>
                  </a:lnTo>
                  <a:lnTo>
                    <a:pt x="151282" y="1526870"/>
                  </a:lnTo>
                  <a:lnTo>
                    <a:pt x="148132" y="1587106"/>
                  </a:lnTo>
                  <a:lnTo>
                    <a:pt x="205701" y="1580591"/>
                  </a:lnTo>
                  <a:lnTo>
                    <a:pt x="211683" y="1466443"/>
                  </a:lnTo>
                  <a:close/>
                </a:path>
                <a:path w="3441700" h="4324350">
                  <a:moveTo>
                    <a:pt x="217665" y="1352296"/>
                  </a:moveTo>
                  <a:lnTo>
                    <a:pt x="159931" y="1361986"/>
                  </a:lnTo>
                  <a:lnTo>
                    <a:pt x="160096" y="1358823"/>
                  </a:lnTo>
                  <a:lnTo>
                    <a:pt x="140906" y="1360995"/>
                  </a:lnTo>
                  <a:lnTo>
                    <a:pt x="138252" y="1411719"/>
                  </a:lnTo>
                  <a:lnTo>
                    <a:pt x="157264" y="1412722"/>
                  </a:lnTo>
                  <a:lnTo>
                    <a:pt x="154114" y="1472958"/>
                  </a:lnTo>
                  <a:lnTo>
                    <a:pt x="211683" y="1466443"/>
                  </a:lnTo>
                  <a:lnTo>
                    <a:pt x="217665" y="1352296"/>
                  </a:lnTo>
                  <a:close/>
                </a:path>
                <a:path w="3441700" h="4324350">
                  <a:moveTo>
                    <a:pt x="223647" y="1238161"/>
                  </a:moveTo>
                  <a:lnTo>
                    <a:pt x="165912" y="1247851"/>
                  </a:lnTo>
                  <a:lnTo>
                    <a:pt x="165417" y="1257147"/>
                  </a:lnTo>
                  <a:lnTo>
                    <a:pt x="166077" y="1244676"/>
                  </a:lnTo>
                  <a:lnTo>
                    <a:pt x="146888" y="1246847"/>
                  </a:lnTo>
                  <a:lnTo>
                    <a:pt x="144233" y="1297584"/>
                  </a:lnTo>
                  <a:lnTo>
                    <a:pt x="163245" y="1298575"/>
                  </a:lnTo>
                  <a:lnTo>
                    <a:pt x="160096" y="1358823"/>
                  </a:lnTo>
                  <a:lnTo>
                    <a:pt x="217665" y="1352296"/>
                  </a:lnTo>
                  <a:lnTo>
                    <a:pt x="223647" y="1238161"/>
                  </a:lnTo>
                  <a:close/>
                </a:path>
                <a:path w="3441700" h="4324350">
                  <a:moveTo>
                    <a:pt x="229628" y="1124013"/>
                  </a:moveTo>
                  <a:lnTo>
                    <a:pt x="171894" y="1133703"/>
                  </a:lnTo>
                  <a:lnTo>
                    <a:pt x="171475" y="1141704"/>
                  </a:lnTo>
                  <a:lnTo>
                    <a:pt x="172059" y="1130528"/>
                  </a:lnTo>
                  <a:lnTo>
                    <a:pt x="152869" y="1132713"/>
                  </a:lnTo>
                  <a:lnTo>
                    <a:pt x="150215" y="1183436"/>
                  </a:lnTo>
                  <a:lnTo>
                    <a:pt x="169227" y="1184440"/>
                  </a:lnTo>
                  <a:lnTo>
                    <a:pt x="166077" y="1244676"/>
                  </a:lnTo>
                  <a:lnTo>
                    <a:pt x="223647" y="1238161"/>
                  </a:lnTo>
                  <a:lnTo>
                    <a:pt x="229628" y="1124013"/>
                  </a:lnTo>
                  <a:close/>
                </a:path>
                <a:path w="3441700" h="4324350">
                  <a:moveTo>
                    <a:pt x="235610" y="1009865"/>
                  </a:moveTo>
                  <a:lnTo>
                    <a:pt x="177876" y="1019556"/>
                  </a:lnTo>
                  <a:lnTo>
                    <a:pt x="178041" y="1016393"/>
                  </a:lnTo>
                  <a:lnTo>
                    <a:pt x="158851" y="1018565"/>
                  </a:lnTo>
                  <a:lnTo>
                    <a:pt x="156197" y="1069289"/>
                  </a:lnTo>
                  <a:lnTo>
                    <a:pt x="175209" y="1070292"/>
                  </a:lnTo>
                  <a:lnTo>
                    <a:pt x="172059" y="1130528"/>
                  </a:lnTo>
                  <a:lnTo>
                    <a:pt x="229628" y="1124013"/>
                  </a:lnTo>
                  <a:lnTo>
                    <a:pt x="235610" y="1009865"/>
                  </a:lnTo>
                  <a:close/>
                </a:path>
                <a:path w="3441700" h="4324350">
                  <a:moveTo>
                    <a:pt x="241592" y="895731"/>
                  </a:moveTo>
                  <a:lnTo>
                    <a:pt x="183857" y="905421"/>
                  </a:lnTo>
                  <a:lnTo>
                    <a:pt x="183362" y="914717"/>
                  </a:lnTo>
                  <a:lnTo>
                    <a:pt x="184023" y="902246"/>
                  </a:lnTo>
                  <a:lnTo>
                    <a:pt x="164833" y="904417"/>
                  </a:lnTo>
                  <a:lnTo>
                    <a:pt x="162179" y="955154"/>
                  </a:lnTo>
                  <a:lnTo>
                    <a:pt x="181190" y="956144"/>
                  </a:lnTo>
                  <a:lnTo>
                    <a:pt x="178041" y="1016393"/>
                  </a:lnTo>
                  <a:lnTo>
                    <a:pt x="235610" y="1009865"/>
                  </a:lnTo>
                  <a:lnTo>
                    <a:pt x="241592" y="895731"/>
                  </a:lnTo>
                  <a:close/>
                </a:path>
                <a:path w="3441700" h="4324350">
                  <a:moveTo>
                    <a:pt x="247573" y="781583"/>
                  </a:moveTo>
                  <a:lnTo>
                    <a:pt x="189839" y="791273"/>
                  </a:lnTo>
                  <a:lnTo>
                    <a:pt x="189420" y="799274"/>
                  </a:lnTo>
                  <a:lnTo>
                    <a:pt x="190004" y="788098"/>
                  </a:lnTo>
                  <a:lnTo>
                    <a:pt x="170815" y="790282"/>
                  </a:lnTo>
                  <a:lnTo>
                    <a:pt x="168160" y="841006"/>
                  </a:lnTo>
                  <a:lnTo>
                    <a:pt x="187172" y="842010"/>
                  </a:lnTo>
                  <a:lnTo>
                    <a:pt x="184023" y="902246"/>
                  </a:lnTo>
                  <a:lnTo>
                    <a:pt x="241592" y="895731"/>
                  </a:lnTo>
                  <a:lnTo>
                    <a:pt x="247573" y="781583"/>
                  </a:lnTo>
                  <a:close/>
                </a:path>
                <a:path w="3441700" h="4324350">
                  <a:moveTo>
                    <a:pt x="275018" y="4156075"/>
                  </a:moveTo>
                  <a:lnTo>
                    <a:pt x="218122" y="4153090"/>
                  </a:lnTo>
                  <a:lnTo>
                    <a:pt x="217131" y="4172115"/>
                  </a:lnTo>
                  <a:lnTo>
                    <a:pt x="274027" y="4175099"/>
                  </a:lnTo>
                  <a:lnTo>
                    <a:pt x="275018" y="4156075"/>
                  </a:lnTo>
                  <a:close/>
                </a:path>
                <a:path w="3441700" h="4324350">
                  <a:moveTo>
                    <a:pt x="283464" y="96723"/>
                  </a:moveTo>
                  <a:lnTo>
                    <a:pt x="226402" y="93726"/>
                  </a:lnTo>
                  <a:lnTo>
                    <a:pt x="207378" y="92735"/>
                  </a:lnTo>
                  <a:lnTo>
                    <a:pt x="204050" y="156146"/>
                  </a:lnTo>
                  <a:lnTo>
                    <a:pt x="223075" y="157149"/>
                  </a:lnTo>
                  <a:lnTo>
                    <a:pt x="220408" y="207873"/>
                  </a:lnTo>
                  <a:lnTo>
                    <a:pt x="201396" y="206883"/>
                  </a:lnTo>
                  <a:lnTo>
                    <a:pt x="198069" y="270294"/>
                  </a:lnTo>
                  <a:lnTo>
                    <a:pt x="217093" y="271284"/>
                  </a:lnTo>
                  <a:lnTo>
                    <a:pt x="214426" y="322021"/>
                  </a:lnTo>
                  <a:lnTo>
                    <a:pt x="195414" y="321017"/>
                  </a:lnTo>
                  <a:lnTo>
                    <a:pt x="192087" y="384429"/>
                  </a:lnTo>
                  <a:lnTo>
                    <a:pt x="211099" y="385432"/>
                  </a:lnTo>
                  <a:lnTo>
                    <a:pt x="208445" y="436168"/>
                  </a:lnTo>
                  <a:lnTo>
                    <a:pt x="188760" y="447852"/>
                  </a:lnTo>
                  <a:lnTo>
                    <a:pt x="186105" y="498576"/>
                  </a:lnTo>
                  <a:lnTo>
                    <a:pt x="205117" y="499579"/>
                  </a:lnTo>
                  <a:lnTo>
                    <a:pt x="202463" y="550316"/>
                  </a:lnTo>
                  <a:lnTo>
                    <a:pt x="182778" y="561987"/>
                  </a:lnTo>
                  <a:lnTo>
                    <a:pt x="180124" y="612724"/>
                  </a:lnTo>
                  <a:lnTo>
                    <a:pt x="199136" y="613714"/>
                  </a:lnTo>
                  <a:lnTo>
                    <a:pt x="196481" y="664451"/>
                  </a:lnTo>
                  <a:lnTo>
                    <a:pt x="176796" y="676135"/>
                  </a:lnTo>
                  <a:lnTo>
                    <a:pt x="174142" y="726859"/>
                  </a:lnTo>
                  <a:lnTo>
                    <a:pt x="193154" y="727862"/>
                  </a:lnTo>
                  <a:lnTo>
                    <a:pt x="190004" y="788098"/>
                  </a:lnTo>
                  <a:lnTo>
                    <a:pt x="247573" y="781583"/>
                  </a:lnTo>
                  <a:lnTo>
                    <a:pt x="283464" y="96723"/>
                  </a:lnTo>
                  <a:close/>
                </a:path>
                <a:path w="3441700" h="4324350">
                  <a:moveTo>
                    <a:pt x="284797" y="71361"/>
                  </a:moveTo>
                  <a:lnTo>
                    <a:pt x="233070" y="43205"/>
                  </a:lnTo>
                  <a:lnTo>
                    <a:pt x="233565" y="43230"/>
                  </a:lnTo>
                  <a:lnTo>
                    <a:pt x="246087" y="31559"/>
                  </a:lnTo>
                  <a:lnTo>
                    <a:pt x="246443" y="31953"/>
                  </a:lnTo>
                  <a:lnTo>
                    <a:pt x="265239" y="20637"/>
                  </a:lnTo>
                  <a:lnTo>
                    <a:pt x="267563" y="20294"/>
                  </a:lnTo>
                  <a:lnTo>
                    <a:pt x="261874" y="2260"/>
                  </a:lnTo>
                  <a:lnTo>
                    <a:pt x="258762" y="2730"/>
                  </a:lnTo>
                  <a:lnTo>
                    <a:pt x="233718" y="17805"/>
                  </a:lnTo>
                  <a:lnTo>
                    <a:pt x="216700" y="29641"/>
                  </a:lnTo>
                  <a:lnTo>
                    <a:pt x="215379" y="42278"/>
                  </a:lnTo>
                  <a:lnTo>
                    <a:pt x="284797" y="71361"/>
                  </a:lnTo>
                  <a:close/>
                </a:path>
                <a:path w="3441700" h="4324350">
                  <a:moveTo>
                    <a:pt x="378574" y="2984"/>
                  </a:moveTo>
                  <a:lnTo>
                    <a:pt x="321678" y="0"/>
                  </a:lnTo>
                  <a:lnTo>
                    <a:pt x="320675" y="19024"/>
                  </a:lnTo>
                  <a:lnTo>
                    <a:pt x="377571" y="22009"/>
                  </a:lnTo>
                  <a:lnTo>
                    <a:pt x="377736" y="19024"/>
                  </a:lnTo>
                  <a:lnTo>
                    <a:pt x="378574" y="2984"/>
                  </a:lnTo>
                  <a:close/>
                </a:path>
                <a:path w="3441700" h="4324350">
                  <a:moveTo>
                    <a:pt x="388810" y="4162031"/>
                  </a:moveTo>
                  <a:lnTo>
                    <a:pt x="331914" y="4159059"/>
                  </a:lnTo>
                  <a:lnTo>
                    <a:pt x="330923" y="4178071"/>
                  </a:lnTo>
                  <a:lnTo>
                    <a:pt x="387819" y="4181056"/>
                  </a:lnTo>
                  <a:lnTo>
                    <a:pt x="388810" y="4162031"/>
                  </a:lnTo>
                  <a:close/>
                </a:path>
                <a:path w="3441700" h="4324350">
                  <a:moveTo>
                    <a:pt x="492366" y="8953"/>
                  </a:moveTo>
                  <a:lnTo>
                    <a:pt x="435470" y="5969"/>
                  </a:lnTo>
                  <a:lnTo>
                    <a:pt x="434467" y="24993"/>
                  </a:lnTo>
                  <a:lnTo>
                    <a:pt x="491363" y="27978"/>
                  </a:lnTo>
                  <a:lnTo>
                    <a:pt x="491528" y="24993"/>
                  </a:lnTo>
                  <a:lnTo>
                    <a:pt x="492366" y="8953"/>
                  </a:lnTo>
                  <a:close/>
                </a:path>
                <a:path w="3441700" h="4324350">
                  <a:moveTo>
                    <a:pt x="502602" y="4168000"/>
                  </a:moveTo>
                  <a:lnTo>
                    <a:pt x="445706" y="4165015"/>
                  </a:lnTo>
                  <a:lnTo>
                    <a:pt x="444715" y="4184040"/>
                  </a:lnTo>
                  <a:lnTo>
                    <a:pt x="501611" y="4187025"/>
                  </a:lnTo>
                  <a:lnTo>
                    <a:pt x="502602" y="4168000"/>
                  </a:lnTo>
                  <a:close/>
                </a:path>
                <a:path w="3441700" h="4324350">
                  <a:moveTo>
                    <a:pt x="606158" y="14909"/>
                  </a:moveTo>
                  <a:lnTo>
                    <a:pt x="549262" y="11938"/>
                  </a:lnTo>
                  <a:lnTo>
                    <a:pt x="548259" y="30962"/>
                  </a:lnTo>
                  <a:lnTo>
                    <a:pt x="605155" y="33934"/>
                  </a:lnTo>
                  <a:lnTo>
                    <a:pt x="605320" y="30962"/>
                  </a:lnTo>
                  <a:lnTo>
                    <a:pt x="606158" y="14909"/>
                  </a:lnTo>
                  <a:close/>
                </a:path>
                <a:path w="3441700" h="4324350">
                  <a:moveTo>
                    <a:pt x="616394" y="4173956"/>
                  </a:moveTo>
                  <a:lnTo>
                    <a:pt x="559498" y="4170984"/>
                  </a:lnTo>
                  <a:lnTo>
                    <a:pt x="558507" y="4190009"/>
                  </a:lnTo>
                  <a:lnTo>
                    <a:pt x="615403" y="4192981"/>
                  </a:lnTo>
                  <a:lnTo>
                    <a:pt x="616394" y="4173956"/>
                  </a:lnTo>
                  <a:close/>
                </a:path>
                <a:path w="3441700" h="4324350">
                  <a:moveTo>
                    <a:pt x="719950" y="20878"/>
                  </a:moveTo>
                  <a:lnTo>
                    <a:pt x="663054" y="17894"/>
                  </a:lnTo>
                  <a:lnTo>
                    <a:pt x="662051" y="36918"/>
                  </a:lnTo>
                  <a:lnTo>
                    <a:pt x="718947" y="39903"/>
                  </a:lnTo>
                  <a:lnTo>
                    <a:pt x="719112" y="36918"/>
                  </a:lnTo>
                  <a:lnTo>
                    <a:pt x="719950" y="20878"/>
                  </a:lnTo>
                  <a:close/>
                </a:path>
                <a:path w="3441700" h="4324350">
                  <a:moveTo>
                    <a:pt x="730186" y="4179925"/>
                  </a:moveTo>
                  <a:lnTo>
                    <a:pt x="673290" y="4176941"/>
                  </a:lnTo>
                  <a:lnTo>
                    <a:pt x="672299" y="4195965"/>
                  </a:lnTo>
                  <a:lnTo>
                    <a:pt x="729195" y="4198950"/>
                  </a:lnTo>
                  <a:lnTo>
                    <a:pt x="730186" y="4179925"/>
                  </a:lnTo>
                  <a:close/>
                </a:path>
                <a:path w="3441700" h="4324350">
                  <a:moveTo>
                    <a:pt x="833742" y="26847"/>
                  </a:moveTo>
                  <a:lnTo>
                    <a:pt x="776846" y="23863"/>
                  </a:lnTo>
                  <a:lnTo>
                    <a:pt x="775843" y="42887"/>
                  </a:lnTo>
                  <a:lnTo>
                    <a:pt x="832739" y="45859"/>
                  </a:lnTo>
                  <a:lnTo>
                    <a:pt x="832904" y="42887"/>
                  </a:lnTo>
                  <a:lnTo>
                    <a:pt x="833742" y="26847"/>
                  </a:lnTo>
                  <a:close/>
                </a:path>
                <a:path w="3441700" h="4324350">
                  <a:moveTo>
                    <a:pt x="843978" y="4185894"/>
                  </a:moveTo>
                  <a:lnTo>
                    <a:pt x="787082" y="4182910"/>
                  </a:lnTo>
                  <a:lnTo>
                    <a:pt x="786091" y="4201934"/>
                  </a:lnTo>
                  <a:lnTo>
                    <a:pt x="842987" y="4204919"/>
                  </a:lnTo>
                  <a:lnTo>
                    <a:pt x="843978" y="4185894"/>
                  </a:lnTo>
                  <a:close/>
                </a:path>
                <a:path w="3441700" h="4324350">
                  <a:moveTo>
                    <a:pt x="947534" y="32804"/>
                  </a:moveTo>
                  <a:lnTo>
                    <a:pt x="890638" y="29819"/>
                  </a:lnTo>
                  <a:lnTo>
                    <a:pt x="889635" y="48844"/>
                  </a:lnTo>
                  <a:lnTo>
                    <a:pt x="946531" y="51828"/>
                  </a:lnTo>
                  <a:lnTo>
                    <a:pt x="946696" y="48844"/>
                  </a:lnTo>
                  <a:lnTo>
                    <a:pt x="947534" y="32804"/>
                  </a:lnTo>
                  <a:close/>
                </a:path>
                <a:path w="3441700" h="4324350">
                  <a:moveTo>
                    <a:pt x="957770" y="4191851"/>
                  </a:moveTo>
                  <a:lnTo>
                    <a:pt x="900874" y="4188866"/>
                  </a:lnTo>
                  <a:lnTo>
                    <a:pt x="899883" y="4207891"/>
                  </a:lnTo>
                  <a:lnTo>
                    <a:pt x="956779" y="4210875"/>
                  </a:lnTo>
                  <a:lnTo>
                    <a:pt x="957770" y="4191851"/>
                  </a:lnTo>
                  <a:close/>
                </a:path>
                <a:path w="3441700" h="4324350">
                  <a:moveTo>
                    <a:pt x="1061326" y="38773"/>
                  </a:moveTo>
                  <a:lnTo>
                    <a:pt x="1004430" y="35788"/>
                  </a:lnTo>
                  <a:lnTo>
                    <a:pt x="1003427" y="54813"/>
                  </a:lnTo>
                  <a:lnTo>
                    <a:pt x="1060323" y="57797"/>
                  </a:lnTo>
                  <a:lnTo>
                    <a:pt x="1060488" y="54813"/>
                  </a:lnTo>
                  <a:lnTo>
                    <a:pt x="1061326" y="38773"/>
                  </a:lnTo>
                  <a:close/>
                </a:path>
                <a:path w="3441700" h="4324350">
                  <a:moveTo>
                    <a:pt x="1071562" y="4197820"/>
                  </a:moveTo>
                  <a:lnTo>
                    <a:pt x="1014666" y="4194835"/>
                  </a:lnTo>
                  <a:lnTo>
                    <a:pt x="1013675" y="4213860"/>
                  </a:lnTo>
                  <a:lnTo>
                    <a:pt x="1070571" y="4216844"/>
                  </a:lnTo>
                  <a:lnTo>
                    <a:pt x="1071562" y="4197820"/>
                  </a:lnTo>
                  <a:close/>
                </a:path>
                <a:path w="3441700" h="4324350">
                  <a:moveTo>
                    <a:pt x="1175118" y="44729"/>
                  </a:moveTo>
                  <a:lnTo>
                    <a:pt x="1118222" y="41744"/>
                  </a:lnTo>
                  <a:lnTo>
                    <a:pt x="1117219" y="60769"/>
                  </a:lnTo>
                  <a:lnTo>
                    <a:pt x="1174115" y="63754"/>
                  </a:lnTo>
                  <a:lnTo>
                    <a:pt x="1174267" y="60769"/>
                  </a:lnTo>
                  <a:lnTo>
                    <a:pt x="1175118" y="44729"/>
                  </a:lnTo>
                  <a:close/>
                </a:path>
                <a:path w="3441700" h="4324350">
                  <a:moveTo>
                    <a:pt x="1185354" y="4203776"/>
                  </a:moveTo>
                  <a:lnTo>
                    <a:pt x="1128458" y="4200804"/>
                  </a:lnTo>
                  <a:lnTo>
                    <a:pt x="1127467" y="4219816"/>
                  </a:lnTo>
                  <a:lnTo>
                    <a:pt x="1184363" y="4222801"/>
                  </a:lnTo>
                  <a:lnTo>
                    <a:pt x="1185354" y="4203776"/>
                  </a:lnTo>
                  <a:close/>
                </a:path>
                <a:path w="3441700" h="4324350">
                  <a:moveTo>
                    <a:pt x="1288910" y="50698"/>
                  </a:moveTo>
                  <a:lnTo>
                    <a:pt x="1232014" y="47713"/>
                  </a:lnTo>
                  <a:lnTo>
                    <a:pt x="1231011" y="66738"/>
                  </a:lnTo>
                  <a:lnTo>
                    <a:pt x="1287907" y="69723"/>
                  </a:lnTo>
                  <a:lnTo>
                    <a:pt x="1288059" y="66738"/>
                  </a:lnTo>
                  <a:lnTo>
                    <a:pt x="1288910" y="50698"/>
                  </a:lnTo>
                  <a:close/>
                </a:path>
                <a:path w="3441700" h="4324350">
                  <a:moveTo>
                    <a:pt x="1299146" y="4209745"/>
                  </a:moveTo>
                  <a:lnTo>
                    <a:pt x="1242250" y="4206760"/>
                  </a:lnTo>
                  <a:lnTo>
                    <a:pt x="1241259" y="4225785"/>
                  </a:lnTo>
                  <a:lnTo>
                    <a:pt x="1298155" y="4228770"/>
                  </a:lnTo>
                  <a:lnTo>
                    <a:pt x="1299146" y="4209745"/>
                  </a:lnTo>
                  <a:close/>
                </a:path>
                <a:path w="3441700" h="4324350">
                  <a:moveTo>
                    <a:pt x="1402702" y="56654"/>
                  </a:moveTo>
                  <a:lnTo>
                    <a:pt x="1345806" y="53682"/>
                  </a:lnTo>
                  <a:lnTo>
                    <a:pt x="1344803" y="72707"/>
                  </a:lnTo>
                  <a:lnTo>
                    <a:pt x="1401699" y="75679"/>
                  </a:lnTo>
                  <a:lnTo>
                    <a:pt x="1401851" y="72707"/>
                  </a:lnTo>
                  <a:lnTo>
                    <a:pt x="1402702" y="56654"/>
                  </a:lnTo>
                  <a:close/>
                </a:path>
                <a:path w="3441700" h="4324350">
                  <a:moveTo>
                    <a:pt x="1412938" y="4215701"/>
                  </a:moveTo>
                  <a:lnTo>
                    <a:pt x="1356042" y="4212729"/>
                  </a:lnTo>
                  <a:lnTo>
                    <a:pt x="1355051" y="4231754"/>
                  </a:lnTo>
                  <a:lnTo>
                    <a:pt x="1411947" y="4234726"/>
                  </a:lnTo>
                  <a:lnTo>
                    <a:pt x="1412938" y="4215701"/>
                  </a:lnTo>
                  <a:close/>
                </a:path>
                <a:path w="3441700" h="4324350">
                  <a:moveTo>
                    <a:pt x="1516494" y="62623"/>
                  </a:moveTo>
                  <a:lnTo>
                    <a:pt x="1459598" y="59639"/>
                  </a:lnTo>
                  <a:lnTo>
                    <a:pt x="1458595" y="78663"/>
                  </a:lnTo>
                  <a:lnTo>
                    <a:pt x="1515491" y="81648"/>
                  </a:lnTo>
                  <a:lnTo>
                    <a:pt x="1515643" y="78663"/>
                  </a:lnTo>
                  <a:lnTo>
                    <a:pt x="1516494" y="62623"/>
                  </a:lnTo>
                  <a:close/>
                </a:path>
                <a:path w="3441700" h="4324350">
                  <a:moveTo>
                    <a:pt x="1526730" y="4221670"/>
                  </a:moveTo>
                  <a:lnTo>
                    <a:pt x="1469834" y="4218686"/>
                  </a:lnTo>
                  <a:lnTo>
                    <a:pt x="1468831" y="4237710"/>
                  </a:lnTo>
                  <a:lnTo>
                    <a:pt x="1525727" y="4240695"/>
                  </a:lnTo>
                  <a:lnTo>
                    <a:pt x="1526730" y="4221670"/>
                  </a:lnTo>
                  <a:close/>
                </a:path>
                <a:path w="3441700" h="4324350">
                  <a:moveTo>
                    <a:pt x="1630286" y="68592"/>
                  </a:moveTo>
                  <a:lnTo>
                    <a:pt x="1573390" y="65608"/>
                  </a:lnTo>
                  <a:lnTo>
                    <a:pt x="1572387" y="84632"/>
                  </a:lnTo>
                  <a:lnTo>
                    <a:pt x="1629283" y="87604"/>
                  </a:lnTo>
                  <a:lnTo>
                    <a:pt x="1629435" y="84632"/>
                  </a:lnTo>
                  <a:lnTo>
                    <a:pt x="1630286" y="68592"/>
                  </a:lnTo>
                  <a:close/>
                </a:path>
                <a:path w="3441700" h="4324350">
                  <a:moveTo>
                    <a:pt x="1640522" y="4227639"/>
                  </a:moveTo>
                  <a:lnTo>
                    <a:pt x="1583626" y="4224655"/>
                  </a:lnTo>
                  <a:lnTo>
                    <a:pt x="1582623" y="4243679"/>
                  </a:lnTo>
                  <a:lnTo>
                    <a:pt x="1639519" y="4246664"/>
                  </a:lnTo>
                  <a:lnTo>
                    <a:pt x="1640522" y="4227639"/>
                  </a:lnTo>
                  <a:close/>
                </a:path>
                <a:path w="3441700" h="4324350">
                  <a:moveTo>
                    <a:pt x="1744065" y="74549"/>
                  </a:moveTo>
                  <a:lnTo>
                    <a:pt x="1687169" y="71564"/>
                  </a:lnTo>
                  <a:lnTo>
                    <a:pt x="1686179" y="90589"/>
                  </a:lnTo>
                  <a:lnTo>
                    <a:pt x="1743075" y="93573"/>
                  </a:lnTo>
                  <a:lnTo>
                    <a:pt x="1743227" y="90589"/>
                  </a:lnTo>
                  <a:lnTo>
                    <a:pt x="1744065" y="74549"/>
                  </a:lnTo>
                  <a:close/>
                </a:path>
                <a:path w="3441700" h="4324350">
                  <a:moveTo>
                    <a:pt x="1754314" y="4233596"/>
                  </a:moveTo>
                  <a:lnTo>
                    <a:pt x="1697418" y="4230611"/>
                  </a:lnTo>
                  <a:lnTo>
                    <a:pt x="1696415" y="4249636"/>
                  </a:lnTo>
                  <a:lnTo>
                    <a:pt x="1753311" y="4252620"/>
                  </a:lnTo>
                  <a:lnTo>
                    <a:pt x="1754314" y="4233596"/>
                  </a:lnTo>
                  <a:close/>
                </a:path>
                <a:path w="3441700" h="4324350">
                  <a:moveTo>
                    <a:pt x="1857857" y="80518"/>
                  </a:moveTo>
                  <a:lnTo>
                    <a:pt x="1800961" y="77533"/>
                  </a:lnTo>
                  <a:lnTo>
                    <a:pt x="1799971" y="96558"/>
                  </a:lnTo>
                  <a:lnTo>
                    <a:pt x="1856867" y="99542"/>
                  </a:lnTo>
                  <a:lnTo>
                    <a:pt x="1857019" y="96558"/>
                  </a:lnTo>
                  <a:lnTo>
                    <a:pt x="1857857" y="80518"/>
                  </a:lnTo>
                  <a:close/>
                </a:path>
                <a:path w="3441700" h="4324350">
                  <a:moveTo>
                    <a:pt x="1868106" y="4239565"/>
                  </a:moveTo>
                  <a:lnTo>
                    <a:pt x="1811210" y="4236580"/>
                  </a:lnTo>
                  <a:lnTo>
                    <a:pt x="1810207" y="4255605"/>
                  </a:lnTo>
                  <a:lnTo>
                    <a:pt x="1867103" y="4258589"/>
                  </a:lnTo>
                  <a:lnTo>
                    <a:pt x="1868106" y="4239565"/>
                  </a:lnTo>
                  <a:close/>
                </a:path>
                <a:path w="3441700" h="4324350">
                  <a:moveTo>
                    <a:pt x="1971649" y="86474"/>
                  </a:moveTo>
                  <a:lnTo>
                    <a:pt x="1914753" y="83489"/>
                  </a:lnTo>
                  <a:lnTo>
                    <a:pt x="1913763" y="102514"/>
                  </a:lnTo>
                  <a:lnTo>
                    <a:pt x="1970659" y="105498"/>
                  </a:lnTo>
                  <a:lnTo>
                    <a:pt x="1970811" y="102514"/>
                  </a:lnTo>
                  <a:lnTo>
                    <a:pt x="1971649" y="86474"/>
                  </a:lnTo>
                  <a:close/>
                </a:path>
                <a:path w="3441700" h="4324350">
                  <a:moveTo>
                    <a:pt x="1981898" y="4245521"/>
                  </a:moveTo>
                  <a:lnTo>
                    <a:pt x="1925002" y="4242549"/>
                  </a:lnTo>
                  <a:lnTo>
                    <a:pt x="1923999" y="4261561"/>
                  </a:lnTo>
                  <a:lnTo>
                    <a:pt x="1980895" y="4264545"/>
                  </a:lnTo>
                  <a:lnTo>
                    <a:pt x="1981898" y="4245521"/>
                  </a:lnTo>
                  <a:close/>
                </a:path>
                <a:path w="3441700" h="4324350">
                  <a:moveTo>
                    <a:pt x="2085441" y="92443"/>
                  </a:moveTo>
                  <a:lnTo>
                    <a:pt x="2028545" y="89458"/>
                  </a:lnTo>
                  <a:lnTo>
                    <a:pt x="2027555" y="108483"/>
                  </a:lnTo>
                  <a:lnTo>
                    <a:pt x="2084451" y="111467"/>
                  </a:lnTo>
                  <a:lnTo>
                    <a:pt x="2084603" y="108483"/>
                  </a:lnTo>
                  <a:lnTo>
                    <a:pt x="2085441" y="92443"/>
                  </a:lnTo>
                  <a:close/>
                </a:path>
                <a:path w="3441700" h="4324350">
                  <a:moveTo>
                    <a:pt x="2095690" y="4251490"/>
                  </a:moveTo>
                  <a:lnTo>
                    <a:pt x="2038794" y="4248505"/>
                  </a:lnTo>
                  <a:lnTo>
                    <a:pt x="2037791" y="4267530"/>
                  </a:lnTo>
                  <a:lnTo>
                    <a:pt x="2094687" y="4270514"/>
                  </a:lnTo>
                  <a:lnTo>
                    <a:pt x="2095690" y="4251490"/>
                  </a:lnTo>
                  <a:close/>
                </a:path>
                <a:path w="3441700" h="4324350">
                  <a:moveTo>
                    <a:pt x="2199233" y="98399"/>
                  </a:moveTo>
                  <a:lnTo>
                    <a:pt x="2142337" y="95427"/>
                  </a:lnTo>
                  <a:lnTo>
                    <a:pt x="2141347" y="114452"/>
                  </a:lnTo>
                  <a:lnTo>
                    <a:pt x="2198243" y="117424"/>
                  </a:lnTo>
                  <a:lnTo>
                    <a:pt x="2198395" y="114452"/>
                  </a:lnTo>
                  <a:lnTo>
                    <a:pt x="2199233" y="98399"/>
                  </a:lnTo>
                  <a:close/>
                </a:path>
                <a:path w="3441700" h="4324350">
                  <a:moveTo>
                    <a:pt x="2209482" y="4257446"/>
                  </a:moveTo>
                  <a:lnTo>
                    <a:pt x="2152586" y="4254474"/>
                  </a:lnTo>
                  <a:lnTo>
                    <a:pt x="2151583" y="4273499"/>
                  </a:lnTo>
                  <a:lnTo>
                    <a:pt x="2208479" y="4276471"/>
                  </a:lnTo>
                  <a:lnTo>
                    <a:pt x="2209482" y="4257446"/>
                  </a:lnTo>
                  <a:close/>
                </a:path>
                <a:path w="3441700" h="4324350">
                  <a:moveTo>
                    <a:pt x="2313025" y="104368"/>
                  </a:moveTo>
                  <a:lnTo>
                    <a:pt x="2256129" y="101384"/>
                  </a:lnTo>
                  <a:lnTo>
                    <a:pt x="2255139" y="120408"/>
                  </a:lnTo>
                  <a:lnTo>
                    <a:pt x="2312035" y="123393"/>
                  </a:lnTo>
                  <a:lnTo>
                    <a:pt x="2312187" y="120408"/>
                  </a:lnTo>
                  <a:lnTo>
                    <a:pt x="2313025" y="104368"/>
                  </a:lnTo>
                  <a:close/>
                </a:path>
                <a:path w="3441700" h="4324350">
                  <a:moveTo>
                    <a:pt x="2323274" y="4263415"/>
                  </a:moveTo>
                  <a:lnTo>
                    <a:pt x="2266378" y="4260431"/>
                  </a:lnTo>
                  <a:lnTo>
                    <a:pt x="2265375" y="4279455"/>
                  </a:lnTo>
                  <a:lnTo>
                    <a:pt x="2322271" y="4282440"/>
                  </a:lnTo>
                  <a:lnTo>
                    <a:pt x="2323274" y="4263415"/>
                  </a:lnTo>
                  <a:close/>
                </a:path>
                <a:path w="3441700" h="4324350">
                  <a:moveTo>
                    <a:pt x="2426817" y="110337"/>
                  </a:moveTo>
                  <a:lnTo>
                    <a:pt x="2369921" y="107353"/>
                  </a:lnTo>
                  <a:lnTo>
                    <a:pt x="2368931" y="126377"/>
                  </a:lnTo>
                  <a:lnTo>
                    <a:pt x="2425827" y="129349"/>
                  </a:lnTo>
                  <a:lnTo>
                    <a:pt x="2425979" y="126377"/>
                  </a:lnTo>
                  <a:lnTo>
                    <a:pt x="2426817" y="110337"/>
                  </a:lnTo>
                  <a:close/>
                </a:path>
                <a:path w="3441700" h="4324350">
                  <a:moveTo>
                    <a:pt x="2437066" y="4269384"/>
                  </a:moveTo>
                  <a:lnTo>
                    <a:pt x="2380170" y="4266400"/>
                  </a:lnTo>
                  <a:lnTo>
                    <a:pt x="2379167" y="4285424"/>
                  </a:lnTo>
                  <a:lnTo>
                    <a:pt x="2436063" y="4288409"/>
                  </a:lnTo>
                  <a:lnTo>
                    <a:pt x="2437066" y="4269384"/>
                  </a:lnTo>
                  <a:close/>
                </a:path>
                <a:path w="3441700" h="4324350">
                  <a:moveTo>
                    <a:pt x="2540609" y="116293"/>
                  </a:moveTo>
                  <a:lnTo>
                    <a:pt x="2483713" y="113309"/>
                  </a:lnTo>
                  <a:lnTo>
                    <a:pt x="2482723" y="132334"/>
                  </a:lnTo>
                  <a:lnTo>
                    <a:pt x="2539619" y="135318"/>
                  </a:lnTo>
                  <a:lnTo>
                    <a:pt x="2539771" y="132334"/>
                  </a:lnTo>
                  <a:lnTo>
                    <a:pt x="2540609" y="116293"/>
                  </a:lnTo>
                  <a:close/>
                </a:path>
                <a:path w="3441700" h="4324350">
                  <a:moveTo>
                    <a:pt x="2550858" y="4275340"/>
                  </a:moveTo>
                  <a:lnTo>
                    <a:pt x="2493962" y="4272356"/>
                  </a:lnTo>
                  <a:lnTo>
                    <a:pt x="2492959" y="4291381"/>
                  </a:lnTo>
                  <a:lnTo>
                    <a:pt x="2549855" y="4294365"/>
                  </a:lnTo>
                  <a:lnTo>
                    <a:pt x="2550858" y="4275340"/>
                  </a:lnTo>
                  <a:close/>
                </a:path>
                <a:path w="3441700" h="4324350">
                  <a:moveTo>
                    <a:pt x="2654401" y="122262"/>
                  </a:moveTo>
                  <a:lnTo>
                    <a:pt x="2597505" y="119278"/>
                  </a:lnTo>
                  <a:lnTo>
                    <a:pt x="2596515" y="138303"/>
                  </a:lnTo>
                  <a:lnTo>
                    <a:pt x="2653411" y="141287"/>
                  </a:lnTo>
                  <a:lnTo>
                    <a:pt x="2653563" y="138303"/>
                  </a:lnTo>
                  <a:lnTo>
                    <a:pt x="2654401" y="122262"/>
                  </a:lnTo>
                  <a:close/>
                </a:path>
                <a:path w="3441700" h="4324350">
                  <a:moveTo>
                    <a:pt x="2664650" y="4281309"/>
                  </a:moveTo>
                  <a:lnTo>
                    <a:pt x="2607754" y="4278325"/>
                  </a:lnTo>
                  <a:lnTo>
                    <a:pt x="2606751" y="4297350"/>
                  </a:lnTo>
                  <a:lnTo>
                    <a:pt x="2663647" y="4300334"/>
                  </a:lnTo>
                  <a:lnTo>
                    <a:pt x="2664650" y="4281309"/>
                  </a:lnTo>
                  <a:close/>
                </a:path>
                <a:path w="3441700" h="4324350">
                  <a:moveTo>
                    <a:pt x="2768193" y="128219"/>
                  </a:moveTo>
                  <a:lnTo>
                    <a:pt x="2711297" y="125234"/>
                  </a:lnTo>
                  <a:lnTo>
                    <a:pt x="2710307" y="144259"/>
                  </a:lnTo>
                  <a:lnTo>
                    <a:pt x="2767203" y="147243"/>
                  </a:lnTo>
                  <a:lnTo>
                    <a:pt x="2767355" y="144259"/>
                  </a:lnTo>
                  <a:lnTo>
                    <a:pt x="2768193" y="128219"/>
                  </a:lnTo>
                  <a:close/>
                </a:path>
                <a:path w="3441700" h="4324350">
                  <a:moveTo>
                    <a:pt x="2778442" y="4287266"/>
                  </a:moveTo>
                  <a:lnTo>
                    <a:pt x="2721546" y="4284294"/>
                  </a:lnTo>
                  <a:lnTo>
                    <a:pt x="2720543" y="4303306"/>
                  </a:lnTo>
                  <a:lnTo>
                    <a:pt x="2777439" y="4306290"/>
                  </a:lnTo>
                  <a:lnTo>
                    <a:pt x="2778442" y="4287266"/>
                  </a:lnTo>
                  <a:close/>
                </a:path>
                <a:path w="3441700" h="4324350">
                  <a:moveTo>
                    <a:pt x="2881985" y="134188"/>
                  </a:moveTo>
                  <a:lnTo>
                    <a:pt x="2825089" y="131203"/>
                  </a:lnTo>
                  <a:lnTo>
                    <a:pt x="2824099" y="150228"/>
                  </a:lnTo>
                  <a:lnTo>
                    <a:pt x="2880995" y="153212"/>
                  </a:lnTo>
                  <a:lnTo>
                    <a:pt x="2881147" y="150228"/>
                  </a:lnTo>
                  <a:lnTo>
                    <a:pt x="2881985" y="134188"/>
                  </a:lnTo>
                  <a:close/>
                </a:path>
                <a:path w="3441700" h="4324350">
                  <a:moveTo>
                    <a:pt x="2892234" y="4293235"/>
                  </a:moveTo>
                  <a:lnTo>
                    <a:pt x="2835338" y="4290250"/>
                  </a:lnTo>
                  <a:lnTo>
                    <a:pt x="2834335" y="4309275"/>
                  </a:lnTo>
                  <a:lnTo>
                    <a:pt x="2891231" y="4312259"/>
                  </a:lnTo>
                  <a:lnTo>
                    <a:pt x="2892234" y="4293235"/>
                  </a:lnTo>
                  <a:close/>
                </a:path>
                <a:path w="3441700" h="4324350">
                  <a:moveTo>
                    <a:pt x="2995777" y="140144"/>
                  </a:moveTo>
                  <a:lnTo>
                    <a:pt x="2938881" y="137172"/>
                  </a:lnTo>
                  <a:lnTo>
                    <a:pt x="2937891" y="156197"/>
                  </a:lnTo>
                  <a:lnTo>
                    <a:pt x="2994787" y="159169"/>
                  </a:lnTo>
                  <a:lnTo>
                    <a:pt x="2994939" y="156197"/>
                  </a:lnTo>
                  <a:lnTo>
                    <a:pt x="2995777" y="140144"/>
                  </a:lnTo>
                  <a:close/>
                </a:path>
                <a:path w="3441700" h="4324350">
                  <a:moveTo>
                    <a:pt x="3006013" y="4299191"/>
                  </a:moveTo>
                  <a:lnTo>
                    <a:pt x="2949117" y="4296219"/>
                  </a:lnTo>
                  <a:lnTo>
                    <a:pt x="2948127" y="4315244"/>
                  </a:lnTo>
                  <a:lnTo>
                    <a:pt x="3005023" y="4318216"/>
                  </a:lnTo>
                  <a:lnTo>
                    <a:pt x="3006013" y="4299191"/>
                  </a:lnTo>
                  <a:close/>
                </a:path>
                <a:path w="3441700" h="4324350">
                  <a:moveTo>
                    <a:pt x="3109569" y="146113"/>
                  </a:moveTo>
                  <a:lnTo>
                    <a:pt x="3052673" y="143129"/>
                  </a:lnTo>
                  <a:lnTo>
                    <a:pt x="3051683" y="162153"/>
                  </a:lnTo>
                  <a:lnTo>
                    <a:pt x="3108566" y="165138"/>
                  </a:lnTo>
                  <a:lnTo>
                    <a:pt x="3108731" y="162153"/>
                  </a:lnTo>
                  <a:lnTo>
                    <a:pt x="3109569" y="146113"/>
                  </a:lnTo>
                  <a:close/>
                </a:path>
                <a:path w="3441700" h="4324350">
                  <a:moveTo>
                    <a:pt x="3119805" y="4305160"/>
                  </a:moveTo>
                  <a:lnTo>
                    <a:pt x="3062909" y="4302176"/>
                  </a:lnTo>
                  <a:lnTo>
                    <a:pt x="3061919" y="4321200"/>
                  </a:lnTo>
                  <a:lnTo>
                    <a:pt x="3118815" y="4324185"/>
                  </a:lnTo>
                  <a:lnTo>
                    <a:pt x="3119805" y="4305160"/>
                  </a:lnTo>
                  <a:close/>
                </a:path>
                <a:path w="3441700" h="4324350">
                  <a:moveTo>
                    <a:pt x="3206788" y="4306290"/>
                  </a:moveTo>
                  <a:lnTo>
                    <a:pt x="3197034" y="4295470"/>
                  </a:lnTo>
                  <a:lnTo>
                    <a:pt x="3194050" y="4292143"/>
                  </a:lnTo>
                  <a:lnTo>
                    <a:pt x="3175254" y="4303484"/>
                  </a:lnTo>
                  <a:lnTo>
                    <a:pt x="3172930" y="4303877"/>
                  </a:lnTo>
                  <a:lnTo>
                    <a:pt x="3178619" y="4321848"/>
                  </a:lnTo>
                  <a:lnTo>
                    <a:pt x="3181731" y="4321378"/>
                  </a:lnTo>
                  <a:lnTo>
                    <a:pt x="3206788" y="4306290"/>
                  </a:lnTo>
                  <a:close/>
                </a:path>
                <a:path w="3441700" h="4324350">
                  <a:moveTo>
                    <a:pt x="3223361" y="152082"/>
                  </a:moveTo>
                  <a:lnTo>
                    <a:pt x="3166465" y="149098"/>
                  </a:lnTo>
                  <a:lnTo>
                    <a:pt x="3165462" y="168122"/>
                  </a:lnTo>
                  <a:lnTo>
                    <a:pt x="3222358" y="171094"/>
                  </a:lnTo>
                  <a:lnTo>
                    <a:pt x="3222523" y="168122"/>
                  </a:lnTo>
                  <a:lnTo>
                    <a:pt x="3223361" y="152082"/>
                  </a:lnTo>
                  <a:close/>
                </a:path>
                <a:path w="3441700" h="4324350">
                  <a:moveTo>
                    <a:pt x="3225762" y="4269625"/>
                  </a:moveTo>
                  <a:lnTo>
                    <a:pt x="3156331" y="4240555"/>
                  </a:lnTo>
                  <a:lnTo>
                    <a:pt x="3208070" y="4268698"/>
                  </a:lnTo>
                  <a:lnTo>
                    <a:pt x="3207575" y="4268673"/>
                  </a:lnTo>
                  <a:lnTo>
                    <a:pt x="3194647" y="4280713"/>
                  </a:lnTo>
                  <a:lnTo>
                    <a:pt x="3207423" y="4294098"/>
                  </a:lnTo>
                  <a:lnTo>
                    <a:pt x="3224428" y="4282275"/>
                  </a:lnTo>
                  <a:lnTo>
                    <a:pt x="3225762" y="4269625"/>
                  </a:lnTo>
                  <a:close/>
                </a:path>
                <a:path w="3441700" h="4324350">
                  <a:moveTo>
                    <a:pt x="3237090" y="4155770"/>
                  </a:moveTo>
                  <a:lnTo>
                    <a:pt x="3218065" y="4154767"/>
                  </a:lnTo>
                  <a:lnTo>
                    <a:pt x="3214738" y="4218178"/>
                  </a:lnTo>
                  <a:lnTo>
                    <a:pt x="3233763" y="4219181"/>
                  </a:lnTo>
                  <a:lnTo>
                    <a:pt x="3237090" y="4155770"/>
                  </a:lnTo>
                  <a:close/>
                </a:path>
                <a:path w="3441700" h="4324350">
                  <a:moveTo>
                    <a:pt x="3243072" y="4041622"/>
                  </a:moveTo>
                  <a:lnTo>
                    <a:pt x="3224047" y="4040619"/>
                  </a:lnTo>
                  <a:lnTo>
                    <a:pt x="3220720" y="4104043"/>
                  </a:lnTo>
                  <a:lnTo>
                    <a:pt x="3239744" y="4105033"/>
                  </a:lnTo>
                  <a:lnTo>
                    <a:pt x="3240405" y="4092346"/>
                  </a:lnTo>
                  <a:lnTo>
                    <a:pt x="3243072" y="4041622"/>
                  </a:lnTo>
                  <a:close/>
                </a:path>
                <a:path w="3441700" h="4324350">
                  <a:moveTo>
                    <a:pt x="3249053" y="3927475"/>
                  </a:moveTo>
                  <a:lnTo>
                    <a:pt x="3230029" y="3926484"/>
                  </a:lnTo>
                  <a:lnTo>
                    <a:pt x="3226701" y="3989895"/>
                  </a:lnTo>
                  <a:lnTo>
                    <a:pt x="3245726" y="3990886"/>
                  </a:lnTo>
                  <a:lnTo>
                    <a:pt x="3246386" y="3978211"/>
                  </a:lnTo>
                  <a:lnTo>
                    <a:pt x="3249053" y="3927475"/>
                  </a:lnTo>
                  <a:close/>
                </a:path>
                <a:path w="3441700" h="4324350">
                  <a:moveTo>
                    <a:pt x="3255035" y="3813340"/>
                  </a:moveTo>
                  <a:lnTo>
                    <a:pt x="3236010" y="3812336"/>
                  </a:lnTo>
                  <a:lnTo>
                    <a:pt x="3232683" y="3875748"/>
                  </a:lnTo>
                  <a:lnTo>
                    <a:pt x="3251708" y="3876751"/>
                  </a:lnTo>
                  <a:lnTo>
                    <a:pt x="3252368" y="3864064"/>
                  </a:lnTo>
                  <a:lnTo>
                    <a:pt x="3255035" y="3813340"/>
                  </a:lnTo>
                  <a:close/>
                </a:path>
                <a:path w="3441700" h="4324350">
                  <a:moveTo>
                    <a:pt x="3261017" y="3699192"/>
                  </a:moveTo>
                  <a:lnTo>
                    <a:pt x="3241992" y="3698189"/>
                  </a:lnTo>
                  <a:lnTo>
                    <a:pt x="3238665" y="3761613"/>
                  </a:lnTo>
                  <a:lnTo>
                    <a:pt x="3257689" y="3762603"/>
                  </a:lnTo>
                  <a:lnTo>
                    <a:pt x="3258350" y="3749916"/>
                  </a:lnTo>
                  <a:lnTo>
                    <a:pt x="3261017" y="3699192"/>
                  </a:lnTo>
                  <a:close/>
                </a:path>
                <a:path w="3441700" h="4324350">
                  <a:moveTo>
                    <a:pt x="3266998" y="3585045"/>
                  </a:moveTo>
                  <a:lnTo>
                    <a:pt x="3247974" y="3584054"/>
                  </a:lnTo>
                  <a:lnTo>
                    <a:pt x="3245307" y="3634778"/>
                  </a:lnTo>
                  <a:lnTo>
                    <a:pt x="3264331" y="3635781"/>
                  </a:lnTo>
                  <a:lnTo>
                    <a:pt x="3266998" y="3585045"/>
                  </a:lnTo>
                  <a:close/>
                </a:path>
                <a:path w="3441700" h="4324350">
                  <a:moveTo>
                    <a:pt x="3272980" y="3470910"/>
                  </a:moveTo>
                  <a:lnTo>
                    <a:pt x="3253956" y="3469906"/>
                  </a:lnTo>
                  <a:lnTo>
                    <a:pt x="3251289" y="3520643"/>
                  </a:lnTo>
                  <a:lnTo>
                    <a:pt x="3270313" y="3521633"/>
                  </a:lnTo>
                  <a:lnTo>
                    <a:pt x="3272980" y="3470910"/>
                  </a:lnTo>
                  <a:close/>
                </a:path>
                <a:path w="3441700" h="4324350">
                  <a:moveTo>
                    <a:pt x="3278962" y="3356762"/>
                  </a:moveTo>
                  <a:lnTo>
                    <a:pt x="3259937" y="3355759"/>
                  </a:lnTo>
                  <a:lnTo>
                    <a:pt x="3257270" y="3406495"/>
                  </a:lnTo>
                  <a:lnTo>
                    <a:pt x="3276295" y="3407486"/>
                  </a:lnTo>
                  <a:lnTo>
                    <a:pt x="3278962" y="3356762"/>
                  </a:lnTo>
                  <a:close/>
                </a:path>
                <a:path w="3441700" h="4324350">
                  <a:moveTo>
                    <a:pt x="3284944" y="3242614"/>
                  </a:moveTo>
                  <a:lnTo>
                    <a:pt x="3265919" y="3241624"/>
                  </a:lnTo>
                  <a:lnTo>
                    <a:pt x="3263252" y="3292348"/>
                  </a:lnTo>
                  <a:lnTo>
                    <a:pt x="3282277" y="3293351"/>
                  </a:lnTo>
                  <a:lnTo>
                    <a:pt x="3284944" y="3242614"/>
                  </a:lnTo>
                  <a:close/>
                </a:path>
                <a:path w="3441700" h="4324350">
                  <a:moveTo>
                    <a:pt x="3290925" y="3128480"/>
                  </a:moveTo>
                  <a:lnTo>
                    <a:pt x="3271901" y="3127476"/>
                  </a:lnTo>
                  <a:lnTo>
                    <a:pt x="3269246" y="3178213"/>
                  </a:lnTo>
                  <a:lnTo>
                    <a:pt x="3288258" y="3179203"/>
                  </a:lnTo>
                  <a:lnTo>
                    <a:pt x="3290925" y="3128480"/>
                  </a:lnTo>
                  <a:close/>
                </a:path>
                <a:path w="3441700" h="4324350">
                  <a:moveTo>
                    <a:pt x="3296907" y="3014332"/>
                  </a:moveTo>
                  <a:lnTo>
                    <a:pt x="3277882" y="3013329"/>
                  </a:lnTo>
                  <a:lnTo>
                    <a:pt x="3275228" y="3064065"/>
                  </a:lnTo>
                  <a:lnTo>
                    <a:pt x="3294240" y="3065056"/>
                  </a:lnTo>
                  <a:lnTo>
                    <a:pt x="3296907" y="3014332"/>
                  </a:lnTo>
                  <a:close/>
                </a:path>
                <a:path w="3441700" h="4324350">
                  <a:moveTo>
                    <a:pt x="3302889" y="2900184"/>
                  </a:moveTo>
                  <a:lnTo>
                    <a:pt x="3283864" y="2899194"/>
                  </a:lnTo>
                  <a:lnTo>
                    <a:pt x="3281210" y="2949918"/>
                  </a:lnTo>
                  <a:lnTo>
                    <a:pt x="3300222" y="2950921"/>
                  </a:lnTo>
                  <a:lnTo>
                    <a:pt x="3302889" y="2900184"/>
                  </a:lnTo>
                  <a:close/>
                </a:path>
                <a:path w="3441700" h="4324350">
                  <a:moveTo>
                    <a:pt x="3308870" y="2786049"/>
                  </a:moveTo>
                  <a:lnTo>
                    <a:pt x="3289846" y="2785046"/>
                  </a:lnTo>
                  <a:lnTo>
                    <a:pt x="3287191" y="2835783"/>
                  </a:lnTo>
                  <a:lnTo>
                    <a:pt x="3306216" y="2836773"/>
                  </a:lnTo>
                  <a:lnTo>
                    <a:pt x="3308870" y="2786049"/>
                  </a:lnTo>
                  <a:close/>
                </a:path>
                <a:path w="3441700" h="4324350">
                  <a:moveTo>
                    <a:pt x="3314852" y="2671902"/>
                  </a:moveTo>
                  <a:lnTo>
                    <a:pt x="3295827" y="2670899"/>
                  </a:lnTo>
                  <a:lnTo>
                    <a:pt x="3293173" y="2721635"/>
                  </a:lnTo>
                  <a:lnTo>
                    <a:pt x="3312198" y="2722626"/>
                  </a:lnTo>
                  <a:lnTo>
                    <a:pt x="3314852" y="2671902"/>
                  </a:lnTo>
                  <a:close/>
                </a:path>
                <a:path w="3441700" h="4324350">
                  <a:moveTo>
                    <a:pt x="3320834" y="2557754"/>
                  </a:moveTo>
                  <a:lnTo>
                    <a:pt x="3301809" y="2556764"/>
                  </a:lnTo>
                  <a:lnTo>
                    <a:pt x="3299155" y="2607487"/>
                  </a:lnTo>
                  <a:lnTo>
                    <a:pt x="3318179" y="2608491"/>
                  </a:lnTo>
                  <a:lnTo>
                    <a:pt x="3320834" y="2557754"/>
                  </a:lnTo>
                  <a:close/>
                </a:path>
                <a:path w="3441700" h="4324350">
                  <a:moveTo>
                    <a:pt x="3326815" y="2443619"/>
                  </a:moveTo>
                  <a:lnTo>
                    <a:pt x="3307791" y="2442616"/>
                  </a:lnTo>
                  <a:lnTo>
                    <a:pt x="3305137" y="2493353"/>
                  </a:lnTo>
                  <a:lnTo>
                    <a:pt x="3324161" y="2494343"/>
                  </a:lnTo>
                  <a:lnTo>
                    <a:pt x="3326815" y="2443619"/>
                  </a:lnTo>
                  <a:close/>
                </a:path>
                <a:path w="3441700" h="4324350">
                  <a:moveTo>
                    <a:pt x="3332797" y="2329472"/>
                  </a:moveTo>
                  <a:lnTo>
                    <a:pt x="3313773" y="2328468"/>
                  </a:lnTo>
                  <a:lnTo>
                    <a:pt x="3311118" y="2379205"/>
                  </a:lnTo>
                  <a:lnTo>
                    <a:pt x="3330143" y="2380196"/>
                  </a:lnTo>
                  <a:lnTo>
                    <a:pt x="3332797" y="2329472"/>
                  </a:lnTo>
                  <a:close/>
                </a:path>
                <a:path w="3441700" h="4324350">
                  <a:moveTo>
                    <a:pt x="3337153" y="158038"/>
                  </a:moveTo>
                  <a:lnTo>
                    <a:pt x="3280257" y="155054"/>
                  </a:lnTo>
                  <a:lnTo>
                    <a:pt x="3279254" y="174078"/>
                  </a:lnTo>
                  <a:lnTo>
                    <a:pt x="3336150" y="177063"/>
                  </a:lnTo>
                  <a:lnTo>
                    <a:pt x="3336315" y="174078"/>
                  </a:lnTo>
                  <a:lnTo>
                    <a:pt x="3337153" y="158038"/>
                  </a:lnTo>
                  <a:close/>
                </a:path>
                <a:path w="3441700" h="4324350">
                  <a:moveTo>
                    <a:pt x="3338779" y="2215324"/>
                  </a:moveTo>
                  <a:lnTo>
                    <a:pt x="3319754" y="2214334"/>
                  </a:lnTo>
                  <a:lnTo>
                    <a:pt x="3317100" y="2265057"/>
                  </a:lnTo>
                  <a:lnTo>
                    <a:pt x="3336125" y="2266061"/>
                  </a:lnTo>
                  <a:lnTo>
                    <a:pt x="3338779" y="2215324"/>
                  </a:lnTo>
                  <a:close/>
                </a:path>
                <a:path w="3441700" h="4324350">
                  <a:moveTo>
                    <a:pt x="3344761" y="2101189"/>
                  </a:moveTo>
                  <a:lnTo>
                    <a:pt x="3325736" y="2100186"/>
                  </a:lnTo>
                  <a:lnTo>
                    <a:pt x="3323082" y="2150922"/>
                  </a:lnTo>
                  <a:lnTo>
                    <a:pt x="3342106" y="2151913"/>
                  </a:lnTo>
                  <a:lnTo>
                    <a:pt x="3344761" y="2101189"/>
                  </a:lnTo>
                  <a:close/>
                </a:path>
                <a:path w="3441700" h="4324350">
                  <a:moveTo>
                    <a:pt x="3350742" y="1987042"/>
                  </a:moveTo>
                  <a:lnTo>
                    <a:pt x="3331718" y="1986038"/>
                  </a:lnTo>
                  <a:lnTo>
                    <a:pt x="3329063" y="2036775"/>
                  </a:lnTo>
                  <a:lnTo>
                    <a:pt x="3348088" y="2037778"/>
                  </a:lnTo>
                  <a:lnTo>
                    <a:pt x="3350742" y="1987042"/>
                  </a:lnTo>
                  <a:close/>
                </a:path>
                <a:path w="3441700" h="4324350">
                  <a:moveTo>
                    <a:pt x="3356724" y="1872894"/>
                  </a:moveTo>
                  <a:lnTo>
                    <a:pt x="3337699" y="1871903"/>
                  </a:lnTo>
                  <a:lnTo>
                    <a:pt x="3335045" y="1922627"/>
                  </a:lnTo>
                  <a:lnTo>
                    <a:pt x="3354070" y="1923630"/>
                  </a:lnTo>
                  <a:lnTo>
                    <a:pt x="3356724" y="1872894"/>
                  </a:lnTo>
                  <a:close/>
                </a:path>
                <a:path w="3441700" h="4324350">
                  <a:moveTo>
                    <a:pt x="3362706" y="1758759"/>
                  </a:moveTo>
                  <a:lnTo>
                    <a:pt x="3343681" y="1757756"/>
                  </a:lnTo>
                  <a:lnTo>
                    <a:pt x="3341027" y="1808492"/>
                  </a:lnTo>
                  <a:lnTo>
                    <a:pt x="3360051" y="1809483"/>
                  </a:lnTo>
                  <a:lnTo>
                    <a:pt x="3362706" y="1758759"/>
                  </a:lnTo>
                  <a:close/>
                </a:path>
                <a:path w="3441700" h="4324350">
                  <a:moveTo>
                    <a:pt x="3368687" y="1644611"/>
                  </a:moveTo>
                  <a:lnTo>
                    <a:pt x="3349663" y="1643608"/>
                  </a:lnTo>
                  <a:lnTo>
                    <a:pt x="3347008" y="1694345"/>
                  </a:lnTo>
                  <a:lnTo>
                    <a:pt x="3366033" y="1695348"/>
                  </a:lnTo>
                  <a:lnTo>
                    <a:pt x="3368687" y="1644611"/>
                  </a:lnTo>
                  <a:close/>
                </a:path>
                <a:path w="3441700" h="4324350">
                  <a:moveTo>
                    <a:pt x="3374669" y="1530464"/>
                  </a:moveTo>
                  <a:lnTo>
                    <a:pt x="3355644" y="1529473"/>
                  </a:lnTo>
                  <a:lnTo>
                    <a:pt x="3352990" y="1580197"/>
                  </a:lnTo>
                  <a:lnTo>
                    <a:pt x="3372015" y="1581200"/>
                  </a:lnTo>
                  <a:lnTo>
                    <a:pt x="3374669" y="1530464"/>
                  </a:lnTo>
                  <a:close/>
                </a:path>
                <a:path w="3441700" h="4324350">
                  <a:moveTo>
                    <a:pt x="3380651" y="1416329"/>
                  </a:moveTo>
                  <a:lnTo>
                    <a:pt x="3361626" y="1415326"/>
                  </a:lnTo>
                  <a:lnTo>
                    <a:pt x="3358972" y="1466062"/>
                  </a:lnTo>
                  <a:lnTo>
                    <a:pt x="3377996" y="1467053"/>
                  </a:lnTo>
                  <a:lnTo>
                    <a:pt x="3380651" y="1416329"/>
                  </a:lnTo>
                  <a:close/>
                </a:path>
                <a:path w="3441700" h="4324350">
                  <a:moveTo>
                    <a:pt x="3386632" y="1302181"/>
                  </a:moveTo>
                  <a:lnTo>
                    <a:pt x="3367608" y="1301178"/>
                  </a:lnTo>
                  <a:lnTo>
                    <a:pt x="3364954" y="1351915"/>
                  </a:lnTo>
                  <a:lnTo>
                    <a:pt x="3383978" y="1352918"/>
                  </a:lnTo>
                  <a:lnTo>
                    <a:pt x="3386632" y="1302181"/>
                  </a:lnTo>
                  <a:close/>
                </a:path>
                <a:path w="3441700" h="4324350">
                  <a:moveTo>
                    <a:pt x="3392614" y="1188034"/>
                  </a:moveTo>
                  <a:lnTo>
                    <a:pt x="3373590" y="1187043"/>
                  </a:lnTo>
                  <a:lnTo>
                    <a:pt x="3370935" y="1237767"/>
                  </a:lnTo>
                  <a:lnTo>
                    <a:pt x="3389960" y="1238770"/>
                  </a:lnTo>
                  <a:lnTo>
                    <a:pt x="3392614" y="1188034"/>
                  </a:lnTo>
                  <a:close/>
                </a:path>
                <a:path w="3441700" h="4324350">
                  <a:moveTo>
                    <a:pt x="3398596" y="1073899"/>
                  </a:moveTo>
                  <a:lnTo>
                    <a:pt x="3379571" y="1072896"/>
                  </a:lnTo>
                  <a:lnTo>
                    <a:pt x="3376917" y="1123632"/>
                  </a:lnTo>
                  <a:lnTo>
                    <a:pt x="3395942" y="1124623"/>
                  </a:lnTo>
                  <a:lnTo>
                    <a:pt x="3398596" y="1073899"/>
                  </a:lnTo>
                  <a:close/>
                </a:path>
                <a:path w="3441700" h="4324350">
                  <a:moveTo>
                    <a:pt x="3404578" y="959751"/>
                  </a:moveTo>
                  <a:lnTo>
                    <a:pt x="3385553" y="958748"/>
                  </a:lnTo>
                  <a:lnTo>
                    <a:pt x="3382899" y="1009484"/>
                  </a:lnTo>
                  <a:lnTo>
                    <a:pt x="3401923" y="1010488"/>
                  </a:lnTo>
                  <a:lnTo>
                    <a:pt x="3404578" y="959751"/>
                  </a:lnTo>
                  <a:close/>
                </a:path>
                <a:path w="3441700" h="4324350">
                  <a:moveTo>
                    <a:pt x="3411232" y="832929"/>
                  </a:moveTo>
                  <a:lnTo>
                    <a:pt x="3392208" y="831926"/>
                  </a:lnTo>
                  <a:lnTo>
                    <a:pt x="3388880" y="895337"/>
                  </a:lnTo>
                  <a:lnTo>
                    <a:pt x="3407905" y="896340"/>
                  </a:lnTo>
                  <a:lnTo>
                    <a:pt x="3411232" y="832929"/>
                  </a:lnTo>
                  <a:close/>
                </a:path>
                <a:path w="3441700" h="4324350">
                  <a:moveTo>
                    <a:pt x="3417214" y="718781"/>
                  </a:moveTo>
                  <a:lnTo>
                    <a:pt x="3398189" y="717791"/>
                  </a:lnTo>
                  <a:lnTo>
                    <a:pt x="3394862" y="781202"/>
                  </a:lnTo>
                  <a:lnTo>
                    <a:pt x="3413887" y="782193"/>
                  </a:lnTo>
                  <a:lnTo>
                    <a:pt x="3417214" y="718781"/>
                  </a:lnTo>
                  <a:close/>
                </a:path>
                <a:path w="3441700" h="4324350">
                  <a:moveTo>
                    <a:pt x="3423196" y="604634"/>
                  </a:moveTo>
                  <a:lnTo>
                    <a:pt x="3404171" y="603643"/>
                  </a:lnTo>
                  <a:lnTo>
                    <a:pt x="3400844" y="667054"/>
                  </a:lnTo>
                  <a:lnTo>
                    <a:pt x="3419868" y="668058"/>
                  </a:lnTo>
                  <a:lnTo>
                    <a:pt x="3423196" y="604634"/>
                  </a:lnTo>
                  <a:close/>
                </a:path>
                <a:path w="3441700" h="4324350">
                  <a:moveTo>
                    <a:pt x="3429177" y="490499"/>
                  </a:moveTo>
                  <a:lnTo>
                    <a:pt x="3410153" y="489496"/>
                  </a:lnTo>
                  <a:lnTo>
                    <a:pt x="3406825" y="552907"/>
                  </a:lnTo>
                  <a:lnTo>
                    <a:pt x="3425850" y="553910"/>
                  </a:lnTo>
                  <a:lnTo>
                    <a:pt x="3429177" y="490499"/>
                  </a:lnTo>
                  <a:close/>
                </a:path>
                <a:path w="3441700" h="4324350">
                  <a:moveTo>
                    <a:pt x="3435159" y="376351"/>
                  </a:moveTo>
                  <a:lnTo>
                    <a:pt x="3416135" y="375361"/>
                  </a:lnTo>
                  <a:lnTo>
                    <a:pt x="3412807" y="438772"/>
                  </a:lnTo>
                  <a:lnTo>
                    <a:pt x="3431832" y="439762"/>
                  </a:lnTo>
                  <a:lnTo>
                    <a:pt x="3435159" y="376351"/>
                  </a:lnTo>
                  <a:close/>
                </a:path>
                <a:path w="3441700" h="4324350">
                  <a:moveTo>
                    <a:pt x="3438461" y="198475"/>
                  </a:moveTo>
                  <a:lnTo>
                    <a:pt x="3422777" y="184937"/>
                  </a:lnTo>
                  <a:lnTo>
                    <a:pt x="3399434" y="167322"/>
                  </a:lnTo>
                  <a:lnTo>
                    <a:pt x="3396386" y="166535"/>
                  </a:lnTo>
                  <a:lnTo>
                    <a:pt x="3388842" y="183870"/>
                  </a:lnTo>
                  <a:lnTo>
                    <a:pt x="3391128" y="184454"/>
                  </a:lnTo>
                  <a:lnTo>
                    <a:pt x="3408629" y="197675"/>
                  </a:lnTo>
                  <a:lnTo>
                    <a:pt x="3409010" y="197332"/>
                  </a:lnTo>
                  <a:lnTo>
                    <a:pt x="3420275" y="210248"/>
                  </a:lnTo>
                  <a:lnTo>
                    <a:pt x="3420770" y="210273"/>
                  </a:lnTo>
                  <a:lnTo>
                    <a:pt x="3366376" y="232854"/>
                  </a:lnTo>
                  <a:lnTo>
                    <a:pt x="3438448" y="211201"/>
                  </a:lnTo>
                  <a:lnTo>
                    <a:pt x="3438461" y="198475"/>
                  </a:lnTo>
                  <a:close/>
                </a:path>
                <a:path w="3441700" h="4324350">
                  <a:moveTo>
                    <a:pt x="3441141" y="262204"/>
                  </a:moveTo>
                  <a:lnTo>
                    <a:pt x="3422116" y="261213"/>
                  </a:lnTo>
                  <a:lnTo>
                    <a:pt x="3418789" y="324624"/>
                  </a:lnTo>
                  <a:lnTo>
                    <a:pt x="3437813" y="325628"/>
                  </a:lnTo>
                  <a:lnTo>
                    <a:pt x="3441141" y="262204"/>
                  </a:lnTo>
                  <a:close/>
                </a:path>
              </a:pathLst>
            </a:custGeom>
            <a:solidFill>
              <a:srgbClr val="05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 rot="180000">
            <a:off x="7178253" y="2493340"/>
            <a:ext cx="248681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5"/>
              </a:lnSpc>
            </a:pPr>
            <a:r>
              <a:rPr sz="2800" i="1" spc="-229" dirty="0">
                <a:solidFill>
                  <a:srgbClr val="34D399"/>
                </a:solidFill>
                <a:latin typeface="Calibri"/>
                <a:cs typeface="Calibri"/>
              </a:rPr>
              <a:t>*</a:t>
            </a:r>
            <a:r>
              <a:rPr sz="2800" i="1" spc="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50" dirty="0">
                <a:solidFill>
                  <a:srgbClr val="34D399"/>
                </a:solidFill>
                <a:latin typeface="Calibri"/>
                <a:cs typeface="Calibri"/>
              </a:rPr>
              <a:t>Network</a:t>
            </a:r>
            <a:r>
              <a:rPr sz="2800" i="1" spc="1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65" dirty="0">
                <a:solidFill>
                  <a:srgbClr val="34D399"/>
                </a:solidFill>
                <a:latin typeface="Calibri"/>
                <a:cs typeface="Calibri"/>
              </a:rPr>
              <a:t>Config</a:t>
            </a:r>
            <a:r>
              <a:rPr sz="2800" i="1" spc="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55" dirty="0">
                <a:solidFill>
                  <a:srgbClr val="34D399"/>
                </a:solidFill>
                <a:latin typeface="Calibri"/>
                <a:cs typeface="Calibri"/>
              </a:rPr>
              <a:t>*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 rot="180000">
            <a:off x="7155467" y="2916925"/>
            <a:ext cx="2390699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5"/>
              </a:lnSpc>
            </a:pPr>
            <a:r>
              <a:rPr sz="2800" i="1" dirty="0">
                <a:solidFill>
                  <a:srgbClr val="34D399"/>
                </a:solidFill>
                <a:latin typeface="Calibri"/>
                <a:cs typeface="Calibri"/>
              </a:rPr>
              <a:t>-</a:t>
            </a:r>
            <a:r>
              <a:rPr sz="2800" i="1" spc="-5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55" dirty="0">
                <a:solidFill>
                  <a:srgbClr val="34D399"/>
                </a:solidFill>
                <a:latin typeface="Calibri"/>
                <a:cs typeface="Calibri"/>
              </a:rPr>
              <a:t>Bluetooth</a:t>
            </a:r>
            <a:r>
              <a:rPr sz="2800" i="1" spc="-2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405" dirty="0">
                <a:solidFill>
                  <a:srgbClr val="34D399"/>
                </a:solidFill>
                <a:latin typeface="Calibri"/>
                <a:cs typeface="Calibri"/>
              </a:rPr>
              <a:t>LE</a:t>
            </a:r>
            <a:r>
              <a:rPr sz="2800" i="1" spc="-3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55" dirty="0">
                <a:solidFill>
                  <a:srgbClr val="34D399"/>
                </a:solidFill>
                <a:latin typeface="Calibri"/>
                <a:cs typeface="Calibri"/>
              </a:rPr>
              <a:t>for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 rot="180000">
            <a:off x="7125879" y="3319741"/>
            <a:ext cx="1514892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5"/>
              </a:lnSpc>
            </a:pPr>
            <a:r>
              <a:rPr sz="2800" i="1" spc="-180" dirty="0">
                <a:solidFill>
                  <a:srgbClr val="34D399"/>
                </a:solidFill>
                <a:latin typeface="Calibri"/>
                <a:cs typeface="Calibri"/>
              </a:rPr>
              <a:t>short</a:t>
            </a:r>
            <a:r>
              <a:rPr sz="2800" i="1" spc="2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240" dirty="0">
                <a:solidFill>
                  <a:srgbClr val="34D399"/>
                </a:solidFill>
                <a:latin typeface="Calibri"/>
                <a:cs typeface="Calibri"/>
              </a:rPr>
              <a:t>range.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 rot="180000">
            <a:off x="7110804" y="3769224"/>
            <a:ext cx="2391327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5"/>
              </a:lnSpc>
            </a:pPr>
            <a:r>
              <a:rPr sz="2800" i="1" dirty="0">
                <a:solidFill>
                  <a:srgbClr val="34D399"/>
                </a:solidFill>
                <a:latin typeface="Calibri"/>
                <a:cs typeface="Calibri"/>
              </a:rPr>
              <a:t>-</a:t>
            </a:r>
            <a:r>
              <a:rPr sz="2800" i="1" spc="-13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34D399"/>
                </a:solidFill>
                <a:latin typeface="Calibri"/>
                <a:cs typeface="Calibri"/>
              </a:rPr>
              <a:t>LoRa</a:t>
            </a:r>
            <a:r>
              <a:rPr sz="2800" i="1" spc="-7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70" dirty="0">
                <a:solidFill>
                  <a:srgbClr val="34D399"/>
                </a:solidFill>
                <a:latin typeface="Calibri"/>
                <a:cs typeface="Calibri"/>
              </a:rPr>
              <a:t>for</a:t>
            </a:r>
            <a:r>
              <a:rPr sz="2800" i="1" spc="-2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75" dirty="0">
                <a:solidFill>
                  <a:srgbClr val="34D399"/>
                </a:solidFill>
                <a:latin typeface="Calibri"/>
                <a:cs typeface="Calibri"/>
              </a:rPr>
              <a:t>piercing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 rot="180000">
            <a:off x="7086906" y="4188036"/>
            <a:ext cx="2115441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5"/>
              </a:lnSpc>
            </a:pPr>
            <a:r>
              <a:rPr sz="2800" i="1" spc="-250" dirty="0">
                <a:solidFill>
                  <a:srgbClr val="34D399"/>
                </a:solidFill>
                <a:latin typeface="Calibri"/>
                <a:cs typeface="Calibri"/>
              </a:rPr>
              <a:t>concrete</a:t>
            </a:r>
            <a:r>
              <a:rPr sz="2800" i="1" spc="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00" dirty="0">
                <a:solidFill>
                  <a:srgbClr val="34D399"/>
                </a:solidFill>
                <a:latin typeface="Calibri"/>
                <a:cs typeface="Calibri"/>
              </a:rPr>
              <a:t>walls</a:t>
            </a:r>
            <a:r>
              <a:rPr sz="2800" i="1" spc="1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45" dirty="0">
                <a:solidFill>
                  <a:srgbClr val="34D399"/>
                </a:solidFill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 rot="180000">
            <a:off x="7032950" y="4575703"/>
            <a:ext cx="71067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5"/>
              </a:lnSpc>
            </a:pPr>
            <a:r>
              <a:rPr sz="2800" i="1" spc="-140" dirty="0">
                <a:solidFill>
                  <a:srgbClr val="34D399"/>
                </a:solidFill>
                <a:latin typeface="Calibri"/>
                <a:cs typeface="Calibri"/>
              </a:rPr>
              <a:t>silos.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 rot="180000">
            <a:off x="7044030" y="5048858"/>
            <a:ext cx="2437804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5"/>
              </a:lnSpc>
            </a:pPr>
            <a:r>
              <a:rPr sz="2800" i="1" spc="-215" dirty="0">
                <a:solidFill>
                  <a:srgbClr val="FDDF46"/>
                </a:solidFill>
                <a:latin typeface="Calibri"/>
                <a:cs typeface="Calibri"/>
              </a:rPr>
              <a:t>Proxmox</a:t>
            </a:r>
            <a:r>
              <a:rPr sz="2800" i="1" spc="15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2800" i="1" spc="-125" dirty="0">
                <a:solidFill>
                  <a:srgbClr val="FDDF46"/>
                </a:solidFill>
                <a:latin typeface="Calibri"/>
                <a:cs typeface="Calibri"/>
              </a:rPr>
              <a:t>locally</a:t>
            </a:r>
            <a:r>
              <a:rPr sz="2800" i="1" spc="20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2800" i="1" spc="-130" dirty="0">
                <a:solidFill>
                  <a:srgbClr val="34D399"/>
                </a:solidFill>
                <a:latin typeface="Calibri"/>
                <a:cs typeface="Calibri"/>
              </a:rPr>
              <a:t>for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 rot="180000">
            <a:off x="7021845" y="5475841"/>
            <a:ext cx="2469848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55"/>
              </a:lnSpc>
            </a:pPr>
            <a:r>
              <a:rPr sz="2800" i="1" spc="-225" dirty="0">
                <a:solidFill>
                  <a:srgbClr val="34D399"/>
                </a:solidFill>
                <a:latin typeface="Calibri"/>
                <a:cs typeface="Calibri"/>
              </a:rPr>
              <a:t>the</a:t>
            </a:r>
            <a:r>
              <a:rPr sz="2800" i="1" spc="2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240" dirty="0">
                <a:solidFill>
                  <a:srgbClr val="34D399"/>
                </a:solidFill>
                <a:latin typeface="Calibri"/>
                <a:cs typeface="Calibri"/>
              </a:rPr>
              <a:t>dashboard</a:t>
            </a:r>
            <a:r>
              <a:rPr sz="2800" i="1" spc="2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95" dirty="0">
                <a:solidFill>
                  <a:srgbClr val="34D399"/>
                </a:solidFill>
                <a:latin typeface="Calibri"/>
                <a:cs typeface="Calibri"/>
              </a:rPr>
              <a:t>host!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19999" y="6555549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689898" y="6822841"/>
            <a:ext cx="3105785" cy="198754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8892499" y="6660371"/>
            <a:ext cx="1092200" cy="198754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Slide 22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[</a:t>
            </a:r>
            <a:r>
              <a:rPr spc="-225" dirty="0"/>
              <a:t> </a:t>
            </a:r>
            <a:r>
              <a:rPr dirty="0"/>
              <a:t>TEAM</a:t>
            </a:r>
            <a:r>
              <a:rPr spc="-215" dirty="0"/>
              <a:t> </a:t>
            </a:r>
            <a:r>
              <a:rPr spc="-20" dirty="0"/>
              <a:t>ENGINEERING</a:t>
            </a:r>
            <a:r>
              <a:rPr spc="-215" dirty="0"/>
              <a:t> </a:t>
            </a:r>
            <a:r>
              <a:rPr dirty="0"/>
              <a:t>NOTEBOOK</a:t>
            </a:r>
            <a:r>
              <a:rPr spc="-215" dirty="0"/>
              <a:t> </a:t>
            </a:r>
            <a:r>
              <a:rPr dirty="0"/>
              <a:t>:</a:t>
            </a:r>
            <a:r>
              <a:rPr spc="-215" dirty="0"/>
              <a:t> </a:t>
            </a:r>
            <a:r>
              <a:rPr dirty="0"/>
              <a:t>SENSOR</a:t>
            </a:r>
            <a:r>
              <a:rPr spc="-215" dirty="0"/>
              <a:t> </a:t>
            </a:r>
            <a:r>
              <a:rPr dirty="0"/>
              <a:t>FUSION</a:t>
            </a:r>
            <a:r>
              <a:rPr spc="-215" dirty="0"/>
              <a:t> </a:t>
            </a:r>
            <a:r>
              <a:rPr spc="-50" dirty="0"/>
              <a:t>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9234" y="1360301"/>
            <a:ext cx="7493634" cy="5610225"/>
            <a:chOff x="1599234" y="1360301"/>
            <a:chExt cx="7493634" cy="5610225"/>
          </a:xfrm>
        </p:grpSpPr>
        <p:sp>
          <p:nvSpPr>
            <p:cNvPr id="4" name="object 4"/>
            <p:cNvSpPr/>
            <p:nvPr/>
          </p:nvSpPr>
          <p:spPr>
            <a:xfrm>
              <a:off x="1599234" y="1360301"/>
              <a:ext cx="7493634" cy="5610225"/>
            </a:xfrm>
            <a:custGeom>
              <a:avLst/>
              <a:gdLst/>
              <a:ahLst/>
              <a:cxnLst/>
              <a:rect l="l" t="t" r="r" b="b"/>
              <a:pathLst>
                <a:path w="7493634" h="5610225">
                  <a:moveTo>
                    <a:pt x="7418671" y="5483637"/>
                  </a:moveTo>
                  <a:lnTo>
                    <a:pt x="170573" y="5610150"/>
                  </a:lnTo>
                  <a:lnTo>
                    <a:pt x="140886" y="5604655"/>
                  </a:lnTo>
                  <a:lnTo>
                    <a:pt x="116374" y="5588709"/>
                  </a:lnTo>
                  <a:lnTo>
                    <a:pt x="99583" y="5564769"/>
                  </a:lnTo>
                  <a:lnTo>
                    <a:pt x="93055" y="5535292"/>
                  </a:lnTo>
                  <a:lnTo>
                    <a:pt x="0" y="204031"/>
                  </a:lnTo>
                  <a:lnTo>
                    <a:pt x="5495" y="174343"/>
                  </a:lnTo>
                  <a:lnTo>
                    <a:pt x="21441" y="149832"/>
                  </a:lnTo>
                  <a:lnTo>
                    <a:pt x="45380" y="133041"/>
                  </a:lnTo>
                  <a:lnTo>
                    <a:pt x="74858" y="126513"/>
                  </a:lnTo>
                  <a:lnTo>
                    <a:pt x="7322956" y="0"/>
                  </a:lnTo>
                  <a:lnTo>
                    <a:pt x="7352643" y="5495"/>
                  </a:lnTo>
                  <a:lnTo>
                    <a:pt x="7377155" y="21441"/>
                  </a:lnTo>
                  <a:lnTo>
                    <a:pt x="7393946" y="45380"/>
                  </a:lnTo>
                  <a:lnTo>
                    <a:pt x="7400474" y="74858"/>
                  </a:lnTo>
                  <a:lnTo>
                    <a:pt x="7493529" y="5406119"/>
                  </a:lnTo>
                  <a:lnTo>
                    <a:pt x="7488034" y="5435806"/>
                  </a:lnTo>
                  <a:lnTo>
                    <a:pt x="7472088" y="5460318"/>
                  </a:lnTo>
                  <a:lnTo>
                    <a:pt x="7448148" y="5477109"/>
                  </a:lnTo>
                  <a:lnTo>
                    <a:pt x="7418671" y="5483637"/>
                  </a:lnTo>
                  <a:close/>
                </a:path>
              </a:pathLst>
            </a:custGeom>
            <a:solidFill>
              <a:srgbClr val="031F11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99730" y="1361116"/>
              <a:ext cx="7493000" cy="5608955"/>
            </a:xfrm>
            <a:custGeom>
              <a:avLst/>
              <a:gdLst/>
              <a:ahLst/>
              <a:cxnLst/>
              <a:rect l="l" t="t" r="r" b="b"/>
              <a:pathLst>
                <a:path w="7493000" h="5608955">
                  <a:moveTo>
                    <a:pt x="19050" y="231495"/>
                  </a:moveTo>
                  <a:lnTo>
                    <a:pt x="18605" y="206108"/>
                  </a:lnTo>
                  <a:lnTo>
                    <a:pt x="18427" y="206108"/>
                  </a:lnTo>
                  <a:lnTo>
                    <a:pt x="19050" y="231495"/>
                  </a:lnTo>
                  <a:close/>
                </a:path>
                <a:path w="7493000" h="5608955">
                  <a:moveTo>
                    <a:pt x="21031" y="345782"/>
                  </a:moveTo>
                  <a:lnTo>
                    <a:pt x="18986" y="231495"/>
                  </a:lnTo>
                  <a:lnTo>
                    <a:pt x="0" y="231825"/>
                  </a:lnTo>
                  <a:lnTo>
                    <a:pt x="1104" y="295325"/>
                  </a:lnTo>
                  <a:lnTo>
                    <a:pt x="19977" y="294995"/>
                  </a:lnTo>
                  <a:lnTo>
                    <a:pt x="21031" y="345782"/>
                  </a:lnTo>
                  <a:close/>
                </a:path>
                <a:path w="7493000" h="5608955">
                  <a:moveTo>
                    <a:pt x="23025" y="460057"/>
                  </a:moveTo>
                  <a:lnTo>
                    <a:pt x="20967" y="345782"/>
                  </a:lnTo>
                  <a:lnTo>
                    <a:pt x="1993" y="346113"/>
                  </a:lnTo>
                  <a:lnTo>
                    <a:pt x="3098" y="409600"/>
                  </a:lnTo>
                  <a:lnTo>
                    <a:pt x="21958" y="409270"/>
                  </a:lnTo>
                  <a:lnTo>
                    <a:pt x="23025" y="460057"/>
                  </a:lnTo>
                  <a:close/>
                </a:path>
                <a:path w="7493000" h="5608955">
                  <a:moveTo>
                    <a:pt x="25019" y="574344"/>
                  </a:moveTo>
                  <a:lnTo>
                    <a:pt x="22948" y="460070"/>
                  </a:lnTo>
                  <a:lnTo>
                    <a:pt x="3987" y="460400"/>
                  </a:lnTo>
                  <a:lnTo>
                    <a:pt x="5092" y="523887"/>
                  </a:lnTo>
                  <a:lnTo>
                    <a:pt x="23926" y="523557"/>
                  </a:lnTo>
                  <a:lnTo>
                    <a:pt x="25019" y="574344"/>
                  </a:lnTo>
                  <a:close/>
                </a:path>
                <a:path w="7493000" h="5608955">
                  <a:moveTo>
                    <a:pt x="25908" y="625132"/>
                  </a:moveTo>
                  <a:lnTo>
                    <a:pt x="24917" y="574344"/>
                  </a:lnTo>
                  <a:lnTo>
                    <a:pt x="5981" y="574675"/>
                  </a:lnTo>
                  <a:lnTo>
                    <a:pt x="6870" y="625475"/>
                  </a:lnTo>
                  <a:lnTo>
                    <a:pt x="25908" y="625132"/>
                  </a:lnTo>
                  <a:close/>
                </a:path>
                <a:path w="7493000" h="5608955">
                  <a:moveTo>
                    <a:pt x="27914" y="739419"/>
                  </a:moveTo>
                  <a:lnTo>
                    <a:pt x="25971" y="628891"/>
                  </a:lnTo>
                  <a:lnTo>
                    <a:pt x="26898" y="688632"/>
                  </a:lnTo>
                  <a:lnTo>
                    <a:pt x="7975" y="688962"/>
                  </a:lnTo>
                  <a:lnTo>
                    <a:pt x="8864" y="739749"/>
                  </a:lnTo>
                  <a:lnTo>
                    <a:pt x="27889" y="739432"/>
                  </a:lnTo>
                  <a:close/>
                </a:path>
                <a:path w="7493000" h="5608955">
                  <a:moveTo>
                    <a:pt x="29908" y="853706"/>
                  </a:moveTo>
                  <a:lnTo>
                    <a:pt x="27889" y="739432"/>
                  </a:lnTo>
                  <a:lnTo>
                    <a:pt x="28867" y="802919"/>
                  </a:lnTo>
                  <a:lnTo>
                    <a:pt x="9969" y="803249"/>
                  </a:lnTo>
                  <a:lnTo>
                    <a:pt x="10858" y="854036"/>
                  </a:lnTo>
                  <a:lnTo>
                    <a:pt x="29857" y="853719"/>
                  </a:lnTo>
                  <a:close/>
                </a:path>
                <a:path w="7493000" h="5608955">
                  <a:moveTo>
                    <a:pt x="31902" y="967981"/>
                  </a:moveTo>
                  <a:lnTo>
                    <a:pt x="29857" y="853719"/>
                  </a:lnTo>
                  <a:lnTo>
                    <a:pt x="30848" y="917194"/>
                  </a:lnTo>
                  <a:lnTo>
                    <a:pt x="11963" y="917524"/>
                  </a:lnTo>
                  <a:lnTo>
                    <a:pt x="12852" y="968324"/>
                  </a:lnTo>
                  <a:lnTo>
                    <a:pt x="31838" y="967994"/>
                  </a:lnTo>
                  <a:close/>
                </a:path>
                <a:path w="7493000" h="5608955">
                  <a:moveTo>
                    <a:pt x="33896" y="1082268"/>
                  </a:moveTo>
                  <a:lnTo>
                    <a:pt x="31838" y="967994"/>
                  </a:lnTo>
                  <a:lnTo>
                    <a:pt x="32829" y="1031481"/>
                  </a:lnTo>
                  <a:lnTo>
                    <a:pt x="13957" y="1031811"/>
                  </a:lnTo>
                  <a:lnTo>
                    <a:pt x="14846" y="1082598"/>
                  </a:lnTo>
                  <a:lnTo>
                    <a:pt x="33896" y="1082268"/>
                  </a:lnTo>
                  <a:close/>
                </a:path>
                <a:path w="7493000" h="5608955">
                  <a:moveTo>
                    <a:pt x="35788" y="1196555"/>
                  </a:moveTo>
                  <a:lnTo>
                    <a:pt x="34099" y="1100658"/>
                  </a:lnTo>
                  <a:lnTo>
                    <a:pt x="34798" y="1145768"/>
                  </a:lnTo>
                  <a:lnTo>
                    <a:pt x="15951" y="1146086"/>
                  </a:lnTo>
                  <a:lnTo>
                    <a:pt x="16840" y="1196886"/>
                  </a:lnTo>
                  <a:lnTo>
                    <a:pt x="35788" y="1196555"/>
                  </a:lnTo>
                  <a:close/>
                </a:path>
                <a:path w="7493000" h="5608955">
                  <a:moveTo>
                    <a:pt x="36804" y="167678"/>
                  </a:moveTo>
                  <a:lnTo>
                    <a:pt x="16840" y="155321"/>
                  </a:lnTo>
                  <a:lnTo>
                    <a:pt x="4902" y="168236"/>
                  </a:lnTo>
                  <a:lnTo>
                    <a:pt x="4064" y="168249"/>
                  </a:lnTo>
                  <a:lnTo>
                    <a:pt x="21755" y="177368"/>
                  </a:lnTo>
                  <a:lnTo>
                    <a:pt x="22440" y="167932"/>
                  </a:lnTo>
                  <a:lnTo>
                    <a:pt x="36804" y="167678"/>
                  </a:lnTo>
                  <a:close/>
                </a:path>
                <a:path w="7493000" h="5608955">
                  <a:moveTo>
                    <a:pt x="37884" y="1310830"/>
                  </a:moveTo>
                  <a:lnTo>
                    <a:pt x="35788" y="1196555"/>
                  </a:lnTo>
                  <a:lnTo>
                    <a:pt x="36779" y="1260043"/>
                  </a:lnTo>
                  <a:lnTo>
                    <a:pt x="17945" y="1260373"/>
                  </a:lnTo>
                  <a:lnTo>
                    <a:pt x="18834" y="1311160"/>
                  </a:lnTo>
                  <a:lnTo>
                    <a:pt x="37884" y="1310830"/>
                  </a:lnTo>
                  <a:close/>
                </a:path>
                <a:path w="7493000" h="5608955">
                  <a:moveTo>
                    <a:pt x="40767" y="1475905"/>
                  </a:moveTo>
                  <a:lnTo>
                    <a:pt x="38760" y="1361630"/>
                  </a:lnTo>
                  <a:lnTo>
                    <a:pt x="19723" y="1361960"/>
                  </a:lnTo>
                  <a:lnTo>
                    <a:pt x="20828" y="1425448"/>
                  </a:lnTo>
                  <a:lnTo>
                    <a:pt x="39738" y="1425117"/>
                  </a:lnTo>
                  <a:lnTo>
                    <a:pt x="40767" y="1475905"/>
                  </a:lnTo>
                  <a:close/>
                </a:path>
                <a:path w="7493000" h="5608955">
                  <a:moveTo>
                    <a:pt x="42760" y="1590192"/>
                  </a:moveTo>
                  <a:lnTo>
                    <a:pt x="40728" y="1475905"/>
                  </a:lnTo>
                  <a:lnTo>
                    <a:pt x="21717" y="1476235"/>
                  </a:lnTo>
                  <a:lnTo>
                    <a:pt x="22821" y="1539735"/>
                  </a:lnTo>
                  <a:lnTo>
                    <a:pt x="41719" y="1539405"/>
                  </a:lnTo>
                  <a:lnTo>
                    <a:pt x="42760" y="1590192"/>
                  </a:lnTo>
                  <a:close/>
                </a:path>
                <a:path w="7493000" h="5608955">
                  <a:moveTo>
                    <a:pt x="44754" y="1704479"/>
                  </a:moveTo>
                  <a:lnTo>
                    <a:pt x="42710" y="1590192"/>
                  </a:lnTo>
                  <a:lnTo>
                    <a:pt x="23710" y="1590522"/>
                  </a:lnTo>
                  <a:lnTo>
                    <a:pt x="24815" y="1654009"/>
                  </a:lnTo>
                  <a:lnTo>
                    <a:pt x="43700" y="1653679"/>
                  </a:lnTo>
                  <a:lnTo>
                    <a:pt x="44754" y="1704479"/>
                  </a:lnTo>
                  <a:close/>
                </a:path>
                <a:path w="7493000" h="5608955">
                  <a:moveTo>
                    <a:pt x="46748" y="1818754"/>
                  </a:moveTo>
                  <a:lnTo>
                    <a:pt x="44678" y="1704479"/>
                  </a:lnTo>
                  <a:lnTo>
                    <a:pt x="25704" y="1704809"/>
                  </a:lnTo>
                  <a:lnTo>
                    <a:pt x="26822" y="1768297"/>
                  </a:lnTo>
                  <a:lnTo>
                    <a:pt x="45669" y="1767967"/>
                  </a:lnTo>
                  <a:lnTo>
                    <a:pt x="46748" y="1818754"/>
                  </a:lnTo>
                  <a:close/>
                </a:path>
                <a:path w="7493000" h="5608955">
                  <a:moveTo>
                    <a:pt x="48742" y="1933041"/>
                  </a:moveTo>
                  <a:lnTo>
                    <a:pt x="46659" y="1818754"/>
                  </a:lnTo>
                  <a:lnTo>
                    <a:pt x="27698" y="1819084"/>
                  </a:lnTo>
                  <a:lnTo>
                    <a:pt x="28816" y="1882584"/>
                  </a:lnTo>
                  <a:lnTo>
                    <a:pt x="47650" y="1882254"/>
                  </a:lnTo>
                  <a:lnTo>
                    <a:pt x="48742" y="1933041"/>
                  </a:lnTo>
                  <a:close/>
                </a:path>
                <a:path w="7493000" h="5608955">
                  <a:moveTo>
                    <a:pt x="49631" y="1983828"/>
                  </a:moveTo>
                  <a:lnTo>
                    <a:pt x="48641" y="1933041"/>
                  </a:lnTo>
                  <a:lnTo>
                    <a:pt x="29692" y="1933371"/>
                  </a:lnTo>
                  <a:lnTo>
                    <a:pt x="30581" y="1984159"/>
                  </a:lnTo>
                  <a:lnTo>
                    <a:pt x="49631" y="1983828"/>
                  </a:lnTo>
                  <a:close/>
                </a:path>
                <a:path w="7493000" h="5608955">
                  <a:moveTo>
                    <a:pt x="51625" y="2098116"/>
                  </a:moveTo>
                  <a:lnTo>
                    <a:pt x="50736" y="2047316"/>
                  </a:lnTo>
                  <a:lnTo>
                    <a:pt x="31686" y="2047659"/>
                  </a:lnTo>
                  <a:lnTo>
                    <a:pt x="32575" y="2098446"/>
                  </a:lnTo>
                  <a:lnTo>
                    <a:pt x="51600" y="2098128"/>
                  </a:lnTo>
                  <a:close/>
                </a:path>
                <a:path w="7493000" h="5608955">
                  <a:moveTo>
                    <a:pt x="53619" y="2212390"/>
                  </a:moveTo>
                  <a:lnTo>
                    <a:pt x="51600" y="2098128"/>
                  </a:lnTo>
                  <a:lnTo>
                    <a:pt x="52590" y="2161603"/>
                  </a:lnTo>
                  <a:lnTo>
                    <a:pt x="33693" y="2161933"/>
                  </a:lnTo>
                  <a:lnTo>
                    <a:pt x="34569" y="2212733"/>
                  </a:lnTo>
                  <a:lnTo>
                    <a:pt x="53581" y="2212403"/>
                  </a:lnTo>
                  <a:close/>
                </a:path>
                <a:path w="7493000" h="5608955">
                  <a:moveTo>
                    <a:pt x="54508" y="149161"/>
                  </a:moveTo>
                  <a:lnTo>
                    <a:pt x="54406" y="148920"/>
                  </a:lnTo>
                  <a:lnTo>
                    <a:pt x="47459" y="131635"/>
                  </a:lnTo>
                  <a:lnTo>
                    <a:pt x="44881" y="132194"/>
                  </a:lnTo>
                  <a:lnTo>
                    <a:pt x="20942" y="148996"/>
                  </a:lnTo>
                  <a:lnTo>
                    <a:pt x="20599" y="149504"/>
                  </a:lnTo>
                  <a:lnTo>
                    <a:pt x="34366" y="162598"/>
                  </a:lnTo>
                  <a:lnTo>
                    <a:pt x="34620" y="162217"/>
                  </a:lnTo>
                  <a:lnTo>
                    <a:pt x="52578" y="149580"/>
                  </a:lnTo>
                  <a:lnTo>
                    <a:pt x="54508" y="149161"/>
                  </a:lnTo>
                  <a:close/>
                </a:path>
                <a:path w="7493000" h="5608955">
                  <a:moveTo>
                    <a:pt x="55613" y="2326678"/>
                  </a:moveTo>
                  <a:lnTo>
                    <a:pt x="53581" y="2212403"/>
                  </a:lnTo>
                  <a:lnTo>
                    <a:pt x="54571" y="2275890"/>
                  </a:lnTo>
                  <a:lnTo>
                    <a:pt x="35687" y="2276221"/>
                  </a:lnTo>
                  <a:lnTo>
                    <a:pt x="36563" y="2327008"/>
                  </a:lnTo>
                  <a:lnTo>
                    <a:pt x="55549" y="2326690"/>
                  </a:lnTo>
                  <a:close/>
                </a:path>
                <a:path w="7493000" h="5608955">
                  <a:moveTo>
                    <a:pt x="57607" y="2440965"/>
                  </a:moveTo>
                  <a:lnTo>
                    <a:pt x="55549" y="2326690"/>
                  </a:lnTo>
                  <a:lnTo>
                    <a:pt x="56540" y="2390178"/>
                  </a:lnTo>
                  <a:lnTo>
                    <a:pt x="37680" y="2390495"/>
                  </a:lnTo>
                  <a:lnTo>
                    <a:pt x="38557" y="2441295"/>
                  </a:lnTo>
                  <a:lnTo>
                    <a:pt x="57531" y="2440978"/>
                  </a:lnTo>
                  <a:close/>
                </a:path>
                <a:path w="7493000" h="5608955">
                  <a:moveTo>
                    <a:pt x="59601" y="2555240"/>
                  </a:moveTo>
                  <a:lnTo>
                    <a:pt x="57531" y="2440978"/>
                  </a:lnTo>
                  <a:lnTo>
                    <a:pt x="58521" y="2504452"/>
                  </a:lnTo>
                  <a:lnTo>
                    <a:pt x="39674" y="2504783"/>
                  </a:lnTo>
                  <a:lnTo>
                    <a:pt x="40563" y="2555583"/>
                  </a:lnTo>
                  <a:lnTo>
                    <a:pt x="59512" y="2555252"/>
                  </a:lnTo>
                  <a:close/>
                </a:path>
                <a:path w="7493000" h="5608955">
                  <a:moveTo>
                    <a:pt x="61595" y="2669527"/>
                  </a:moveTo>
                  <a:lnTo>
                    <a:pt x="59512" y="2555252"/>
                  </a:lnTo>
                  <a:lnTo>
                    <a:pt x="60490" y="2618740"/>
                  </a:lnTo>
                  <a:lnTo>
                    <a:pt x="41668" y="2619070"/>
                  </a:lnTo>
                  <a:lnTo>
                    <a:pt x="42557" y="2669857"/>
                  </a:lnTo>
                  <a:lnTo>
                    <a:pt x="61595" y="2669527"/>
                  </a:lnTo>
                  <a:close/>
                </a:path>
                <a:path w="7493000" h="5608955">
                  <a:moveTo>
                    <a:pt x="64477" y="2834602"/>
                  </a:moveTo>
                  <a:lnTo>
                    <a:pt x="62471" y="2720314"/>
                  </a:lnTo>
                  <a:lnTo>
                    <a:pt x="43434" y="2720657"/>
                  </a:lnTo>
                  <a:lnTo>
                    <a:pt x="44551" y="2784144"/>
                  </a:lnTo>
                  <a:lnTo>
                    <a:pt x="63461" y="2783814"/>
                  </a:lnTo>
                  <a:lnTo>
                    <a:pt x="64477" y="2834602"/>
                  </a:lnTo>
                  <a:close/>
                </a:path>
                <a:path w="7493000" h="5608955">
                  <a:moveTo>
                    <a:pt x="66471" y="2948889"/>
                  </a:moveTo>
                  <a:lnTo>
                    <a:pt x="64452" y="2834602"/>
                  </a:lnTo>
                  <a:lnTo>
                    <a:pt x="45427" y="2834932"/>
                  </a:lnTo>
                  <a:lnTo>
                    <a:pt x="46545" y="2898419"/>
                  </a:lnTo>
                  <a:lnTo>
                    <a:pt x="65430" y="2898089"/>
                  </a:lnTo>
                  <a:lnTo>
                    <a:pt x="66471" y="2948889"/>
                  </a:lnTo>
                  <a:close/>
                </a:path>
                <a:path w="7493000" h="5608955">
                  <a:moveTo>
                    <a:pt x="68465" y="3063163"/>
                  </a:moveTo>
                  <a:lnTo>
                    <a:pt x="66421" y="2948889"/>
                  </a:lnTo>
                  <a:lnTo>
                    <a:pt x="47434" y="2949219"/>
                  </a:lnTo>
                  <a:lnTo>
                    <a:pt x="48539" y="3012706"/>
                  </a:lnTo>
                  <a:lnTo>
                    <a:pt x="67411" y="3012376"/>
                  </a:lnTo>
                  <a:lnTo>
                    <a:pt x="68465" y="3063163"/>
                  </a:lnTo>
                  <a:close/>
                </a:path>
                <a:path w="7493000" h="5608955">
                  <a:moveTo>
                    <a:pt x="70459" y="3177451"/>
                  </a:moveTo>
                  <a:lnTo>
                    <a:pt x="68402" y="3063163"/>
                  </a:lnTo>
                  <a:lnTo>
                    <a:pt x="49428" y="3063494"/>
                  </a:lnTo>
                  <a:lnTo>
                    <a:pt x="50533" y="3126994"/>
                  </a:lnTo>
                  <a:lnTo>
                    <a:pt x="69392" y="3126663"/>
                  </a:lnTo>
                  <a:lnTo>
                    <a:pt x="70459" y="3177451"/>
                  </a:lnTo>
                  <a:close/>
                </a:path>
                <a:path w="7493000" h="5608955">
                  <a:moveTo>
                    <a:pt x="72453" y="3291738"/>
                  </a:moveTo>
                  <a:lnTo>
                    <a:pt x="70383" y="3177451"/>
                  </a:lnTo>
                  <a:lnTo>
                    <a:pt x="51422" y="3177781"/>
                  </a:lnTo>
                  <a:lnTo>
                    <a:pt x="52527" y="3241268"/>
                  </a:lnTo>
                  <a:lnTo>
                    <a:pt x="71361" y="3240938"/>
                  </a:lnTo>
                  <a:lnTo>
                    <a:pt x="72453" y="3291738"/>
                  </a:lnTo>
                  <a:close/>
                </a:path>
                <a:path w="7493000" h="5608955">
                  <a:moveTo>
                    <a:pt x="73342" y="3342525"/>
                  </a:moveTo>
                  <a:lnTo>
                    <a:pt x="72351" y="3291738"/>
                  </a:lnTo>
                  <a:lnTo>
                    <a:pt x="53416" y="3292068"/>
                  </a:lnTo>
                  <a:lnTo>
                    <a:pt x="54521" y="3355556"/>
                  </a:lnTo>
                  <a:lnTo>
                    <a:pt x="73342" y="3342525"/>
                  </a:lnTo>
                  <a:close/>
                </a:path>
                <a:path w="7493000" h="5608955">
                  <a:moveTo>
                    <a:pt x="75336" y="3456813"/>
                  </a:moveTo>
                  <a:lnTo>
                    <a:pt x="74447" y="3406013"/>
                  </a:lnTo>
                  <a:lnTo>
                    <a:pt x="55410" y="3406343"/>
                  </a:lnTo>
                  <a:lnTo>
                    <a:pt x="56299" y="3457143"/>
                  </a:lnTo>
                  <a:lnTo>
                    <a:pt x="75323" y="3456825"/>
                  </a:lnTo>
                  <a:close/>
                </a:path>
                <a:path w="7493000" h="5608955">
                  <a:moveTo>
                    <a:pt x="75552" y="205105"/>
                  </a:moveTo>
                  <a:lnTo>
                    <a:pt x="21755" y="177368"/>
                  </a:lnTo>
                  <a:lnTo>
                    <a:pt x="21513" y="180644"/>
                  </a:lnTo>
                  <a:lnTo>
                    <a:pt x="75552" y="205105"/>
                  </a:lnTo>
                  <a:close/>
                </a:path>
                <a:path w="7493000" h="5608955">
                  <a:moveTo>
                    <a:pt x="77330" y="3571087"/>
                  </a:moveTo>
                  <a:lnTo>
                    <a:pt x="75323" y="3456825"/>
                  </a:lnTo>
                  <a:lnTo>
                    <a:pt x="76301" y="3520300"/>
                  </a:lnTo>
                  <a:lnTo>
                    <a:pt x="57404" y="3520630"/>
                  </a:lnTo>
                  <a:lnTo>
                    <a:pt x="58293" y="3571417"/>
                  </a:lnTo>
                  <a:lnTo>
                    <a:pt x="77292" y="3571100"/>
                  </a:lnTo>
                  <a:close/>
                </a:path>
                <a:path w="7493000" h="5608955">
                  <a:moveTo>
                    <a:pt x="78232" y="4714100"/>
                  </a:moveTo>
                  <a:lnTo>
                    <a:pt x="78016" y="4714252"/>
                  </a:lnTo>
                  <a:lnTo>
                    <a:pt x="78232" y="4714252"/>
                  </a:lnTo>
                  <a:lnTo>
                    <a:pt x="78232" y="4714100"/>
                  </a:lnTo>
                  <a:close/>
                </a:path>
                <a:path w="7493000" h="5608955">
                  <a:moveTo>
                    <a:pt x="79324" y="3685375"/>
                  </a:moveTo>
                  <a:lnTo>
                    <a:pt x="77292" y="3571100"/>
                  </a:lnTo>
                  <a:lnTo>
                    <a:pt x="78282" y="3634587"/>
                  </a:lnTo>
                  <a:lnTo>
                    <a:pt x="59397" y="3634917"/>
                  </a:lnTo>
                  <a:lnTo>
                    <a:pt x="60286" y="3685705"/>
                  </a:lnTo>
                  <a:lnTo>
                    <a:pt x="79273" y="3685387"/>
                  </a:lnTo>
                  <a:close/>
                </a:path>
                <a:path w="7493000" h="5608955">
                  <a:moveTo>
                    <a:pt x="81330" y="3799649"/>
                  </a:moveTo>
                  <a:lnTo>
                    <a:pt x="79273" y="3685387"/>
                  </a:lnTo>
                  <a:lnTo>
                    <a:pt x="80264" y="3748862"/>
                  </a:lnTo>
                  <a:lnTo>
                    <a:pt x="61391" y="3749192"/>
                  </a:lnTo>
                  <a:lnTo>
                    <a:pt x="62280" y="3799992"/>
                  </a:lnTo>
                  <a:lnTo>
                    <a:pt x="81241" y="3799662"/>
                  </a:lnTo>
                  <a:close/>
                </a:path>
                <a:path w="7493000" h="5608955">
                  <a:moveTo>
                    <a:pt x="83324" y="3913936"/>
                  </a:moveTo>
                  <a:lnTo>
                    <a:pt x="81241" y="3799662"/>
                  </a:lnTo>
                  <a:lnTo>
                    <a:pt x="82232" y="3863149"/>
                  </a:lnTo>
                  <a:lnTo>
                    <a:pt x="63385" y="3863479"/>
                  </a:lnTo>
                  <a:lnTo>
                    <a:pt x="64274" y="3914267"/>
                  </a:lnTo>
                  <a:lnTo>
                    <a:pt x="83223" y="3913949"/>
                  </a:lnTo>
                  <a:close/>
                </a:path>
                <a:path w="7493000" h="5608955">
                  <a:moveTo>
                    <a:pt x="85318" y="4028224"/>
                  </a:moveTo>
                  <a:lnTo>
                    <a:pt x="83223" y="3913949"/>
                  </a:lnTo>
                  <a:lnTo>
                    <a:pt x="84213" y="3977436"/>
                  </a:lnTo>
                  <a:lnTo>
                    <a:pt x="65379" y="3977754"/>
                  </a:lnTo>
                  <a:lnTo>
                    <a:pt x="66268" y="4028554"/>
                  </a:lnTo>
                  <a:lnTo>
                    <a:pt x="85318" y="4028224"/>
                  </a:lnTo>
                  <a:close/>
                </a:path>
                <a:path w="7493000" h="5608955">
                  <a:moveTo>
                    <a:pt x="88188" y="4193298"/>
                  </a:moveTo>
                  <a:lnTo>
                    <a:pt x="86194" y="4079011"/>
                  </a:lnTo>
                  <a:lnTo>
                    <a:pt x="67157" y="4079341"/>
                  </a:lnTo>
                  <a:lnTo>
                    <a:pt x="68262" y="4142829"/>
                  </a:lnTo>
                  <a:lnTo>
                    <a:pt x="87172" y="4142498"/>
                  </a:lnTo>
                  <a:lnTo>
                    <a:pt x="88188" y="4193298"/>
                  </a:lnTo>
                  <a:close/>
                </a:path>
                <a:path w="7493000" h="5608955">
                  <a:moveTo>
                    <a:pt x="90195" y="4307573"/>
                  </a:moveTo>
                  <a:lnTo>
                    <a:pt x="88163" y="4193298"/>
                  </a:lnTo>
                  <a:lnTo>
                    <a:pt x="69151" y="4193629"/>
                  </a:lnTo>
                  <a:lnTo>
                    <a:pt x="70256" y="4257116"/>
                  </a:lnTo>
                  <a:lnTo>
                    <a:pt x="89154" y="4256786"/>
                  </a:lnTo>
                  <a:lnTo>
                    <a:pt x="90195" y="4307573"/>
                  </a:lnTo>
                  <a:close/>
                </a:path>
                <a:path w="7493000" h="5608955">
                  <a:moveTo>
                    <a:pt x="92189" y="4421860"/>
                  </a:moveTo>
                  <a:lnTo>
                    <a:pt x="90144" y="4307573"/>
                  </a:lnTo>
                  <a:lnTo>
                    <a:pt x="71145" y="4307916"/>
                  </a:lnTo>
                  <a:lnTo>
                    <a:pt x="72250" y="4371403"/>
                  </a:lnTo>
                  <a:lnTo>
                    <a:pt x="91135" y="4371073"/>
                  </a:lnTo>
                  <a:lnTo>
                    <a:pt x="92189" y="4421860"/>
                  </a:lnTo>
                  <a:close/>
                </a:path>
                <a:path w="7493000" h="5608955">
                  <a:moveTo>
                    <a:pt x="94183" y="4536148"/>
                  </a:moveTo>
                  <a:lnTo>
                    <a:pt x="92113" y="4421860"/>
                  </a:lnTo>
                  <a:lnTo>
                    <a:pt x="73139" y="4422191"/>
                  </a:lnTo>
                  <a:lnTo>
                    <a:pt x="74244" y="4485678"/>
                  </a:lnTo>
                  <a:lnTo>
                    <a:pt x="93103" y="4485348"/>
                  </a:lnTo>
                  <a:lnTo>
                    <a:pt x="94183" y="4536148"/>
                  </a:lnTo>
                  <a:close/>
                </a:path>
                <a:path w="7493000" h="5608955">
                  <a:moveTo>
                    <a:pt x="96177" y="4650422"/>
                  </a:moveTo>
                  <a:lnTo>
                    <a:pt x="94094" y="4536148"/>
                  </a:lnTo>
                  <a:lnTo>
                    <a:pt x="75133" y="4536478"/>
                  </a:lnTo>
                  <a:lnTo>
                    <a:pt x="76238" y="4599965"/>
                  </a:lnTo>
                  <a:lnTo>
                    <a:pt x="95084" y="4599635"/>
                  </a:lnTo>
                  <a:lnTo>
                    <a:pt x="96177" y="4650422"/>
                  </a:lnTo>
                  <a:close/>
                </a:path>
                <a:path w="7493000" h="5608955">
                  <a:moveTo>
                    <a:pt x="97053" y="4701222"/>
                  </a:moveTo>
                  <a:lnTo>
                    <a:pt x="96075" y="4650422"/>
                  </a:lnTo>
                  <a:lnTo>
                    <a:pt x="77127" y="4650752"/>
                  </a:lnTo>
                  <a:lnTo>
                    <a:pt x="78232" y="4714100"/>
                  </a:lnTo>
                  <a:lnTo>
                    <a:pt x="97053" y="4701222"/>
                  </a:lnTo>
                  <a:close/>
                </a:path>
                <a:path w="7493000" h="5608955">
                  <a:moveTo>
                    <a:pt x="99060" y="4815497"/>
                  </a:moveTo>
                  <a:lnTo>
                    <a:pt x="98171" y="4764710"/>
                  </a:lnTo>
                  <a:lnTo>
                    <a:pt x="79121" y="4765040"/>
                  </a:lnTo>
                  <a:lnTo>
                    <a:pt x="80010" y="4815827"/>
                  </a:lnTo>
                  <a:lnTo>
                    <a:pt x="99034" y="4815510"/>
                  </a:lnTo>
                  <a:close/>
                </a:path>
                <a:path w="7493000" h="5608955">
                  <a:moveTo>
                    <a:pt x="101053" y="4929784"/>
                  </a:moveTo>
                  <a:lnTo>
                    <a:pt x="99034" y="4815510"/>
                  </a:lnTo>
                  <a:lnTo>
                    <a:pt x="100025" y="4878997"/>
                  </a:lnTo>
                  <a:lnTo>
                    <a:pt x="81114" y="4879327"/>
                  </a:lnTo>
                  <a:lnTo>
                    <a:pt x="82003" y="4930114"/>
                  </a:lnTo>
                  <a:lnTo>
                    <a:pt x="101015" y="4929797"/>
                  </a:lnTo>
                  <a:close/>
                </a:path>
                <a:path w="7493000" h="5608955">
                  <a:moveTo>
                    <a:pt x="103047" y="5044059"/>
                  </a:moveTo>
                  <a:lnTo>
                    <a:pt x="101015" y="4929797"/>
                  </a:lnTo>
                  <a:lnTo>
                    <a:pt x="102006" y="4993271"/>
                  </a:lnTo>
                  <a:lnTo>
                    <a:pt x="83108" y="4993602"/>
                  </a:lnTo>
                  <a:lnTo>
                    <a:pt x="83997" y="5044402"/>
                  </a:lnTo>
                  <a:lnTo>
                    <a:pt x="102984" y="5044071"/>
                  </a:lnTo>
                  <a:close/>
                </a:path>
                <a:path w="7493000" h="5608955">
                  <a:moveTo>
                    <a:pt x="105041" y="5158346"/>
                  </a:moveTo>
                  <a:lnTo>
                    <a:pt x="102984" y="5044071"/>
                  </a:lnTo>
                  <a:lnTo>
                    <a:pt x="103974" y="5107559"/>
                  </a:lnTo>
                  <a:lnTo>
                    <a:pt x="85102" y="5107889"/>
                  </a:lnTo>
                  <a:lnTo>
                    <a:pt x="85991" y="5158676"/>
                  </a:lnTo>
                  <a:lnTo>
                    <a:pt x="104965" y="5158359"/>
                  </a:lnTo>
                  <a:close/>
                </a:path>
                <a:path w="7493000" h="5608955">
                  <a:moveTo>
                    <a:pt x="107035" y="5272633"/>
                  </a:moveTo>
                  <a:lnTo>
                    <a:pt x="104965" y="5158359"/>
                  </a:lnTo>
                  <a:lnTo>
                    <a:pt x="105956" y="5221846"/>
                  </a:lnTo>
                  <a:lnTo>
                    <a:pt x="87096" y="5222176"/>
                  </a:lnTo>
                  <a:lnTo>
                    <a:pt x="87985" y="5272964"/>
                  </a:lnTo>
                  <a:lnTo>
                    <a:pt x="106946" y="5272646"/>
                  </a:lnTo>
                  <a:close/>
                </a:path>
                <a:path w="7493000" h="5608955">
                  <a:moveTo>
                    <a:pt x="109029" y="5386908"/>
                  </a:moveTo>
                  <a:lnTo>
                    <a:pt x="106946" y="5272646"/>
                  </a:lnTo>
                  <a:lnTo>
                    <a:pt x="107924" y="5336121"/>
                  </a:lnTo>
                  <a:lnTo>
                    <a:pt x="89103" y="5336451"/>
                  </a:lnTo>
                  <a:lnTo>
                    <a:pt x="89979" y="5387251"/>
                  </a:lnTo>
                  <a:lnTo>
                    <a:pt x="109029" y="5386908"/>
                  </a:lnTo>
                  <a:close/>
                </a:path>
                <a:path w="7493000" h="5608955">
                  <a:moveTo>
                    <a:pt x="111023" y="5501195"/>
                  </a:moveTo>
                  <a:lnTo>
                    <a:pt x="109905" y="5437708"/>
                  </a:lnTo>
                  <a:lnTo>
                    <a:pt x="90868" y="5438038"/>
                  </a:lnTo>
                  <a:lnTo>
                    <a:pt x="91973" y="5501525"/>
                  </a:lnTo>
                  <a:lnTo>
                    <a:pt x="111023" y="5501195"/>
                  </a:lnTo>
                  <a:close/>
                </a:path>
                <a:path w="7493000" h="5608955">
                  <a:moveTo>
                    <a:pt x="113118" y="5536158"/>
                  </a:moveTo>
                  <a:lnTo>
                    <a:pt x="111683" y="5536184"/>
                  </a:lnTo>
                  <a:lnTo>
                    <a:pt x="113093" y="5536158"/>
                  </a:lnTo>
                  <a:lnTo>
                    <a:pt x="111531" y="5526964"/>
                  </a:lnTo>
                  <a:lnTo>
                    <a:pt x="111531" y="5526583"/>
                  </a:lnTo>
                  <a:lnTo>
                    <a:pt x="95046" y="5539460"/>
                  </a:lnTo>
                  <a:lnTo>
                    <a:pt x="95808" y="5539448"/>
                  </a:lnTo>
                  <a:lnTo>
                    <a:pt x="113118" y="5536158"/>
                  </a:lnTo>
                  <a:close/>
                </a:path>
                <a:path w="7493000" h="5608955">
                  <a:moveTo>
                    <a:pt x="129082" y="5564390"/>
                  </a:moveTo>
                  <a:lnTo>
                    <a:pt x="115303" y="5564632"/>
                  </a:lnTo>
                  <a:lnTo>
                    <a:pt x="128917" y="5564390"/>
                  </a:lnTo>
                  <a:lnTo>
                    <a:pt x="120408" y="5553964"/>
                  </a:lnTo>
                  <a:lnTo>
                    <a:pt x="112052" y="5558891"/>
                  </a:lnTo>
                  <a:lnTo>
                    <a:pt x="112153" y="5564683"/>
                  </a:lnTo>
                  <a:lnTo>
                    <a:pt x="112026" y="5558904"/>
                  </a:lnTo>
                  <a:lnTo>
                    <a:pt x="101917" y="5564860"/>
                  </a:lnTo>
                  <a:lnTo>
                    <a:pt x="115684" y="5577332"/>
                  </a:lnTo>
                  <a:lnTo>
                    <a:pt x="115912" y="5577319"/>
                  </a:lnTo>
                  <a:lnTo>
                    <a:pt x="129082" y="5564390"/>
                  </a:lnTo>
                  <a:close/>
                </a:path>
                <a:path w="7493000" h="5608955">
                  <a:moveTo>
                    <a:pt x="149821" y="5586501"/>
                  </a:moveTo>
                  <a:lnTo>
                    <a:pt x="147472" y="5586158"/>
                  </a:lnTo>
                  <a:lnTo>
                    <a:pt x="129120" y="5574157"/>
                  </a:lnTo>
                  <a:lnTo>
                    <a:pt x="115874" y="5587847"/>
                  </a:lnTo>
                  <a:lnTo>
                    <a:pt x="140385" y="5603811"/>
                  </a:lnTo>
                  <a:lnTo>
                    <a:pt x="143510" y="5604395"/>
                  </a:lnTo>
                  <a:lnTo>
                    <a:pt x="143548" y="5604268"/>
                  </a:lnTo>
                  <a:lnTo>
                    <a:pt x="149567" y="5587263"/>
                  </a:lnTo>
                  <a:lnTo>
                    <a:pt x="149821" y="5586501"/>
                  </a:lnTo>
                  <a:close/>
                </a:path>
                <a:path w="7493000" h="5608955">
                  <a:moveTo>
                    <a:pt x="154559" y="5539371"/>
                  </a:moveTo>
                  <a:lnTo>
                    <a:pt x="129082" y="5564390"/>
                  </a:lnTo>
                  <a:lnTo>
                    <a:pt x="129286" y="5564390"/>
                  </a:lnTo>
                  <a:lnTo>
                    <a:pt x="154559" y="5539371"/>
                  </a:lnTo>
                  <a:close/>
                </a:path>
                <a:path w="7493000" h="5608955">
                  <a:moveTo>
                    <a:pt x="163728" y="143192"/>
                  </a:moveTo>
                  <a:lnTo>
                    <a:pt x="163398" y="124663"/>
                  </a:lnTo>
                  <a:lnTo>
                    <a:pt x="106832" y="125641"/>
                  </a:lnTo>
                  <a:lnTo>
                    <a:pt x="107162" y="144183"/>
                  </a:lnTo>
                  <a:lnTo>
                    <a:pt x="163728" y="143192"/>
                  </a:lnTo>
                  <a:close/>
                </a:path>
                <a:path w="7493000" h="5608955">
                  <a:moveTo>
                    <a:pt x="168224" y="5525782"/>
                  </a:moveTo>
                  <a:lnTo>
                    <a:pt x="118706" y="5551868"/>
                  </a:lnTo>
                  <a:lnTo>
                    <a:pt x="120408" y="5553964"/>
                  </a:lnTo>
                  <a:lnTo>
                    <a:pt x="168224" y="5525782"/>
                  </a:lnTo>
                  <a:close/>
                </a:path>
                <a:path w="7493000" h="5608955">
                  <a:moveTo>
                    <a:pt x="168643" y="5525579"/>
                  </a:moveTo>
                  <a:lnTo>
                    <a:pt x="113118" y="5536158"/>
                  </a:lnTo>
                  <a:lnTo>
                    <a:pt x="113601" y="5539143"/>
                  </a:lnTo>
                  <a:lnTo>
                    <a:pt x="114122" y="5539130"/>
                  </a:lnTo>
                  <a:lnTo>
                    <a:pt x="168643" y="5525579"/>
                  </a:lnTo>
                  <a:close/>
                </a:path>
                <a:path w="7493000" h="5608955">
                  <a:moveTo>
                    <a:pt x="178384" y="124396"/>
                  </a:moveTo>
                  <a:lnTo>
                    <a:pt x="163398" y="124409"/>
                  </a:lnTo>
                  <a:lnTo>
                    <a:pt x="163398" y="124663"/>
                  </a:lnTo>
                  <a:lnTo>
                    <a:pt x="178384" y="124396"/>
                  </a:lnTo>
                  <a:close/>
                </a:path>
                <a:path w="7493000" h="5608955">
                  <a:moveTo>
                    <a:pt x="259105" y="5607710"/>
                  </a:moveTo>
                  <a:lnTo>
                    <a:pt x="258775" y="5588635"/>
                  </a:lnTo>
                  <a:lnTo>
                    <a:pt x="202209" y="5589613"/>
                  </a:lnTo>
                  <a:lnTo>
                    <a:pt x="202539" y="5608701"/>
                  </a:lnTo>
                  <a:lnTo>
                    <a:pt x="259105" y="5607710"/>
                  </a:lnTo>
                  <a:close/>
                </a:path>
                <a:path w="7493000" h="5608955">
                  <a:moveTo>
                    <a:pt x="276834" y="141224"/>
                  </a:moveTo>
                  <a:lnTo>
                    <a:pt x="276504" y="122682"/>
                  </a:lnTo>
                  <a:lnTo>
                    <a:pt x="219951" y="123672"/>
                  </a:lnTo>
                  <a:lnTo>
                    <a:pt x="220268" y="142214"/>
                  </a:lnTo>
                  <a:lnTo>
                    <a:pt x="276834" y="141224"/>
                  </a:lnTo>
                  <a:close/>
                </a:path>
                <a:path w="7493000" h="5608955">
                  <a:moveTo>
                    <a:pt x="372211" y="5605729"/>
                  </a:moveTo>
                  <a:lnTo>
                    <a:pt x="371881" y="5586654"/>
                  </a:lnTo>
                  <a:lnTo>
                    <a:pt x="315341" y="5587644"/>
                  </a:lnTo>
                  <a:lnTo>
                    <a:pt x="315671" y="5606720"/>
                  </a:lnTo>
                  <a:lnTo>
                    <a:pt x="372211" y="5605729"/>
                  </a:lnTo>
                  <a:close/>
                </a:path>
                <a:path w="7493000" h="5608955">
                  <a:moveTo>
                    <a:pt x="389966" y="139242"/>
                  </a:moveTo>
                  <a:lnTo>
                    <a:pt x="389636" y="120713"/>
                  </a:lnTo>
                  <a:lnTo>
                    <a:pt x="333070" y="121691"/>
                  </a:lnTo>
                  <a:lnTo>
                    <a:pt x="333400" y="140233"/>
                  </a:lnTo>
                  <a:lnTo>
                    <a:pt x="389966" y="139242"/>
                  </a:lnTo>
                  <a:close/>
                </a:path>
                <a:path w="7493000" h="5608955">
                  <a:moveTo>
                    <a:pt x="446201" y="119341"/>
                  </a:moveTo>
                  <a:lnTo>
                    <a:pt x="443636" y="119380"/>
                  </a:lnTo>
                  <a:lnTo>
                    <a:pt x="389636" y="120586"/>
                  </a:lnTo>
                  <a:lnTo>
                    <a:pt x="389636" y="120713"/>
                  </a:lnTo>
                  <a:lnTo>
                    <a:pt x="446201" y="119722"/>
                  </a:lnTo>
                  <a:lnTo>
                    <a:pt x="446201" y="119341"/>
                  </a:lnTo>
                  <a:close/>
                </a:path>
                <a:path w="7493000" h="5608955">
                  <a:moveTo>
                    <a:pt x="485343" y="5603760"/>
                  </a:moveTo>
                  <a:lnTo>
                    <a:pt x="485013" y="5584685"/>
                  </a:lnTo>
                  <a:lnTo>
                    <a:pt x="428447" y="5585663"/>
                  </a:lnTo>
                  <a:lnTo>
                    <a:pt x="428777" y="5604751"/>
                  </a:lnTo>
                  <a:lnTo>
                    <a:pt x="485343" y="5603760"/>
                  </a:lnTo>
                  <a:close/>
                </a:path>
                <a:path w="7493000" h="5608955">
                  <a:moveTo>
                    <a:pt x="503072" y="137274"/>
                  </a:moveTo>
                  <a:lnTo>
                    <a:pt x="502754" y="118732"/>
                  </a:lnTo>
                  <a:lnTo>
                    <a:pt x="446201" y="119722"/>
                  </a:lnTo>
                  <a:lnTo>
                    <a:pt x="446532" y="138264"/>
                  </a:lnTo>
                  <a:lnTo>
                    <a:pt x="503072" y="137274"/>
                  </a:lnTo>
                  <a:close/>
                </a:path>
                <a:path w="7493000" h="5608955">
                  <a:moveTo>
                    <a:pt x="598449" y="5601779"/>
                  </a:moveTo>
                  <a:lnTo>
                    <a:pt x="598119" y="5582704"/>
                  </a:lnTo>
                  <a:lnTo>
                    <a:pt x="541578" y="5583694"/>
                  </a:lnTo>
                  <a:lnTo>
                    <a:pt x="541909" y="5602770"/>
                  </a:lnTo>
                  <a:lnTo>
                    <a:pt x="598449" y="5601779"/>
                  </a:lnTo>
                  <a:close/>
                </a:path>
                <a:path w="7493000" h="5608955">
                  <a:moveTo>
                    <a:pt x="616204" y="135293"/>
                  </a:moveTo>
                  <a:lnTo>
                    <a:pt x="615873" y="116763"/>
                  </a:lnTo>
                  <a:lnTo>
                    <a:pt x="559308" y="117741"/>
                  </a:lnTo>
                  <a:lnTo>
                    <a:pt x="559638" y="136283"/>
                  </a:lnTo>
                  <a:lnTo>
                    <a:pt x="616204" y="135293"/>
                  </a:lnTo>
                  <a:close/>
                </a:path>
                <a:path w="7493000" h="5608955">
                  <a:moveTo>
                    <a:pt x="672439" y="115519"/>
                  </a:moveTo>
                  <a:lnTo>
                    <a:pt x="615873" y="116763"/>
                  </a:lnTo>
                  <a:lnTo>
                    <a:pt x="672439" y="115773"/>
                  </a:lnTo>
                  <a:lnTo>
                    <a:pt x="672439" y="115519"/>
                  </a:lnTo>
                  <a:close/>
                </a:path>
                <a:path w="7493000" h="5608955">
                  <a:moveTo>
                    <a:pt x="711581" y="5599811"/>
                  </a:moveTo>
                  <a:lnTo>
                    <a:pt x="711250" y="5580735"/>
                  </a:lnTo>
                  <a:lnTo>
                    <a:pt x="654685" y="5581713"/>
                  </a:lnTo>
                  <a:lnTo>
                    <a:pt x="655015" y="5600801"/>
                  </a:lnTo>
                  <a:lnTo>
                    <a:pt x="711581" y="5599811"/>
                  </a:lnTo>
                  <a:close/>
                </a:path>
                <a:path w="7493000" h="5608955">
                  <a:moveTo>
                    <a:pt x="729310" y="133324"/>
                  </a:moveTo>
                  <a:lnTo>
                    <a:pt x="728992" y="114782"/>
                  </a:lnTo>
                  <a:lnTo>
                    <a:pt x="672439" y="115773"/>
                  </a:lnTo>
                  <a:lnTo>
                    <a:pt x="672769" y="134315"/>
                  </a:lnTo>
                  <a:lnTo>
                    <a:pt x="729310" y="133324"/>
                  </a:lnTo>
                  <a:close/>
                </a:path>
                <a:path w="7493000" h="5608955">
                  <a:moveTo>
                    <a:pt x="824712" y="5597830"/>
                  </a:moveTo>
                  <a:lnTo>
                    <a:pt x="824382" y="5578754"/>
                  </a:lnTo>
                  <a:lnTo>
                    <a:pt x="767816" y="5579745"/>
                  </a:lnTo>
                  <a:lnTo>
                    <a:pt x="768146" y="5598820"/>
                  </a:lnTo>
                  <a:lnTo>
                    <a:pt x="824712" y="5597830"/>
                  </a:lnTo>
                  <a:close/>
                </a:path>
                <a:path w="7493000" h="5608955">
                  <a:moveTo>
                    <a:pt x="842441" y="131356"/>
                  </a:moveTo>
                  <a:lnTo>
                    <a:pt x="842111" y="112814"/>
                  </a:lnTo>
                  <a:lnTo>
                    <a:pt x="785545" y="113792"/>
                  </a:lnTo>
                  <a:lnTo>
                    <a:pt x="785876" y="132334"/>
                  </a:lnTo>
                  <a:lnTo>
                    <a:pt x="842441" y="131356"/>
                  </a:lnTo>
                  <a:close/>
                </a:path>
                <a:path w="7493000" h="5608955">
                  <a:moveTo>
                    <a:pt x="898677" y="111696"/>
                  </a:moveTo>
                  <a:lnTo>
                    <a:pt x="870394" y="112318"/>
                  </a:lnTo>
                  <a:lnTo>
                    <a:pt x="898677" y="111823"/>
                  </a:lnTo>
                  <a:lnTo>
                    <a:pt x="898677" y="111696"/>
                  </a:lnTo>
                  <a:close/>
                </a:path>
                <a:path w="7493000" h="5608955">
                  <a:moveTo>
                    <a:pt x="937818" y="5595861"/>
                  </a:moveTo>
                  <a:lnTo>
                    <a:pt x="937488" y="5576786"/>
                  </a:lnTo>
                  <a:lnTo>
                    <a:pt x="880922" y="5577764"/>
                  </a:lnTo>
                  <a:lnTo>
                    <a:pt x="881253" y="5596852"/>
                  </a:lnTo>
                  <a:lnTo>
                    <a:pt x="937818" y="5595861"/>
                  </a:lnTo>
                  <a:close/>
                </a:path>
                <a:path w="7493000" h="5608955">
                  <a:moveTo>
                    <a:pt x="955573" y="129374"/>
                  </a:moveTo>
                  <a:lnTo>
                    <a:pt x="955243" y="110832"/>
                  </a:lnTo>
                  <a:lnTo>
                    <a:pt x="898677" y="111823"/>
                  </a:lnTo>
                  <a:lnTo>
                    <a:pt x="899007" y="130365"/>
                  </a:lnTo>
                  <a:lnTo>
                    <a:pt x="955573" y="129374"/>
                  </a:lnTo>
                  <a:close/>
                </a:path>
                <a:path w="7493000" h="5608955">
                  <a:moveTo>
                    <a:pt x="976452" y="110464"/>
                  </a:moveTo>
                  <a:lnTo>
                    <a:pt x="955243" y="110451"/>
                  </a:lnTo>
                  <a:lnTo>
                    <a:pt x="955243" y="110832"/>
                  </a:lnTo>
                  <a:lnTo>
                    <a:pt x="976452" y="110464"/>
                  </a:lnTo>
                  <a:close/>
                </a:path>
                <a:path w="7493000" h="5608955">
                  <a:moveTo>
                    <a:pt x="1050950" y="5593893"/>
                  </a:moveTo>
                  <a:lnTo>
                    <a:pt x="1050620" y="5574804"/>
                  </a:lnTo>
                  <a:lnTo>
                    <a:pt x="994054" y="5575795"/>
                  </a:lnTo>
                  <a:lnTo>
                    <a:pt x="994384" y="5594870"/>
                  </a:lnTo>
                  <a:lnTo>
                    <a:pt x="1050950" y="5593893"/>
                  </a:lnTo>
                  <a:close/>
                </a:path>
                <a:path w="7493000" h="5608955">
                  <a:moveTo>
                    <a:pt x="1068679" y="127406"/>
                  </a:moveTo>
                  <a:lnTo>
                    <a:pt x="1068349" y="108864"/>
                  </a:lnTo>
                  <a:lnTo>
                    <a:pt x="1011783" y="109855"/>
                  </a:lnTo>
                  <a:lnTo>
                    <a:pt x="1012113" y="128384"/>
                  </a:lnTo>
                  <a:lnTo>
                    <a:pt x="1068679" y="127406"/>
                  </a:lnTo>
                  <a:close/>
                </a:path>
                <a:path w="7493000" h="5608955">
                  <a:moveTo>
                    <a:pt x="1164056" y="5591911"/>
                  </a:moveTo>
                  <a:lnTo>
                    <a:pt x="1163726" y="5572836"/>
                  </a:lnTo>
                  <a:lnTo>
                    <a:pt x="1107160" y="5573827"/>
                  </a:lnTo>
                  <a:lnTo>
                    <a:pt x="1107490" y="5592902"/>
                  </a:lnTo>
                  <a:lnTo>
                    <a:pt x="1164056" y="5591911"/>
                  </a:lnTo>
                  <a:close/>
                </a:path>
                <a:path w="7493000" h="5608955">
                  <a:moveTo>
                    <a:pt x="1181811" y="125425"/>
                  </a:moveTo>
                  <a:lnTo>
                    <a:pt x="1181481" y="106883"/>
                  </a:lnTo>
                  <a:lnTo>
                    <a:pt x="1124915" y="107873"/>
                  </a:lnTo>
                  <a:lnTo>
                    <a:pt x="1125245" y="126415"/>
                  </a:lnTo>
                  <a:lnTo>
                    <a:pt x="1181811" y="125425"/>
                  </a:lnTo>
                  <a:close/>
                </a:path>
                <a:path w="7493000" h="5608955">
                  <a:moveTo>
                    <a:pt x="1198181" y="106591"/>
                  </a:moveTo>
                  <a:lnTo>
                    <a:pt x="1181481" y="106641"/>
                  </a:lnTo>
                  <a:lnTo>
                    <a:pt x="1181481" y="106883"/>
                  </a:lnTo>
                  <a:lnTo>
                    <a:pt x="1198181" y="106591"/>
                  </a:lnTo>
                  <a:close/>
                </a:path>
                <a:path w="7493000" h="5608955">
                  <a:moveTo>
                    <a:pt x="1277188" y="5589943"/>
                  </a:moveTo>
                  <a:lnTo>
                    <a:pt x="1276858" y="5570855"/>
                  </a:lnTo>
                  <a:lnTo>
                    <a:pt x="1220292" y="5571845"/>
                  </a:lnTo>
                  <a:lnTo>
                    <a:pt x="1220622" y="5590921"/>
                  </a:lnTo>
                  <a:lnTo>
                    <a:pt x="1277188" y="5589943"/>
                  </a:lnTo>
                  <a:close/>
                </a:path>
                <a:path w="7493000" h="5608955">
                  <a:moveTo>
                    <a:pt x="1294917" y="123456"/>
                  </a:moveTo>
                  <a:lnTo>
                    <a:pt x="1294587" y="104914"/>
                  </a:lnTo>
                  <a:lnTo>
                    <a:pt x="1238034" y="105905"/>
                  </a:lnTo>
                  <a:lnTo>
                    <a:pt x="1238351" y="124434"/>
                  </a:lnTo>
                  <a:lnTo>
                    <a:pt x="1294917" y="123456"/>
                  </a:lnTo>
                  <a:close/>
                </a:path>
                <a:path w="7493000" h="5608955">
                  <a:moveTo>
                    <a:pt x="1390294" y="5587962"/>
                  </a:moveTo>
                  <a:lnTo>
                    <a:pt x="1389964" y="5568886"/>
                  </a:lnTo>
                  <a:lnTo>
                    <a:pt x="1333423" y="5569877"/>
                  </a:lnTo>
                  <a:lnTo>
                    <a:pt x="1333754" y="5588952"/>
                  </a:lnTo>
                  <a:lnTo>
                    <a:pt x="1390294" y="5587962"/>
                  </a:lnTo>
                  <a:close/>
                </a:path>
                <a:path w="7493000" h="5608955">
                  <a:moveTo>
                    <a:pt x="1408049" y="121475"/>
                  </a:moveTo>
                  <a:lnTo>
                    <a:pt x="1407718" y="102933"/>
                  </a:lnTo>
                  <a:lnTo>
                    <a:pt x="1351153" y="103924"/>
                  </a:lnTo>
                  <a:lnTo>
                    <a:pt x="1351483" y="122466"/>
                  </a:lnTo>
                  <a:lnTo>
                    <a:pt x="1408049" y="121475"/>
                  </a:lnTo>
                  <a:close/>
                </a:path>
                <a:path w="7493000" h="5608955">
                  <a:moveTo>
                    <a:pt x="1464284" y="101574"/>
                  </a:moveTo>
                  <a:lnTo>
                    <a:pt x="1460906" y="101625"/>
                  </a:lnTo>
                  <a:lnTo>
                    <a:pt x="1407718" y="102806"/>
                  </a:lnTo>
                  <a:lnTo>
                    <a:pt x="1407718" y="102933"/>
                  </a:lnTo>
                  <a:lnTo>
                    <a:pt x="1464284" y="101955"/>
                  </a:lnTo>
                  <a:lnTo>
                    <a:pt x="1464284" y="101574"/>
                  </a:lnTo>
                  <a:close/>
                </a:path>
                <a:path w="7493000" h="5608955">
                  <a:moveTo>
                    <a:pt x="1503426" y="5585993"/>
                  </a:moveTo>
                  <a:lnTo>
                    <a:pt x="1503095" y="5566905"/>
                  </a:lnTo>
                  <a:lnTo>
                    <a:pt x="1446530" y="5567896"/>
                  </a:lnTo>
                  <a:lnTo>
                    <a:pt x="1446860" y="5586971"/>
                  </a:lnTo>
                  <a:lnTo>
                    <a:pt x="1503426" y="5585993"/>
                  </a:lnTo>
                  <a:close/>
                </a:path>
                <a:path w="7493000" h="5608955">
                  <a:moveTo>
                    <a:pt x="1521155" y="119507"/>
                  </a:moveTo>
                  <a:lnTo>
                    <a:pt x="1520825" y="100965"/>
                  </a:lnTo>
                  <a:lnTo>
                    <a:pt x="1464284" y="101955"/>
                  </a:lnTo>
                  <a:lnTo>
                    <a:pt x="1464614" y="120484"/>
                  </a:lnTo>
                  <a:lnTo>
                    <a:pt x="1521155" y="119507"/>
                  </a:lnTo>
                  <a:close/>
                </a:path>
                <a:path w="7493000" h="5608955">
                  <a:moveTo>
                    <a:pt x="1616532" y="5584012"/>
                  </a:moveTo>
                  <a:lnTo>
                    <a:pt x="1616202" y="5564937"/>
                  </a:lnTo>
                  <a:lnTo>
                    <a:pt x="1559661" y="5565927"/>
                  </a:lnTo>
                  <a:lnTo>
                    <a:pt x="1559991" y="5585003"/>
                  </a:lnTo>
                  <a:lnTo>
                    <a:pt x="1616532" y="5584012"/>
                  </a:lnTo>
                  <a:close/>
                </a:path>
                <a:path w="7493000" h="5608955">
                  <a:moveTo>
                    <a:pt x="1634286" y="117525"/>
                  </a:moveTo>
                  <a:lnTo>
                    <a:pt x="1633956" y="98983"/>
                  </a:lnTo>
                  <a:lnTo>
                    <a:pt x="1577390" y="99974"/>
                  </a:lnTo>
                  <a:lnTo>
                    <a:pt x="1577721" y="118516"/>
                  </a:lnTo>
                  <a:lnTo>
                    <a:pt x="1634286" y="117525"/>
                  </a:lnTo>
                  <a:close/>
                </a:path>
                <a:path w="7493000" h="5608955">
                  <a:moveTo>
                    <a:pt x="1690522" y="97751"/>
                  </a:moveTo>
                  <a:lnTo>
                    <a:pt x="1633956" y="98983"/>
                  </a:lnTo>
                  <a:lnTo>
                    <a:pt x="1690522" y="98005"/>
                  </a:lnTo>
                  <a:lnTo>
                    <a:pt x="1690522" y="97751"/>
                  </a:lnTo>
                  <a:close/>
                </a:path>
                <a:path w="7493000" h="5608955">
                  <a:moveTo>
                    <a:pt x="1729663" y="5582043"/>
                  </a:moveTo>
                  <a:lnTo>
                    <a:pt x="1729333" y="5562955"/>
                  </a:lnTo>
                  <a:lnTo>
                    <a:pt x="1672767" y="5563946"/>
                  </a:lnTo>
                  <a:lnTo>
                    <a:pt x="1673098" y="5583021"/>
                  </a:lnTo>
                  <a:lnTo>
                    <a:pt x="1729663" y="5582043"/>
                  </a:lnTo>
                  <a:close/>
                </a:path>
                <a:path w="7493000" h="5608955">
                  <a:moveTo>
                    <a:pt x="1747393" y="115557"/>
                  </a:moveTo>
                  <a:lnTo>
                    <a:pt x="1747062" y="97015"/>
                  </a:lnTo>
                  <a:lnTo>
                    <a:pt x="1690522" y="98005"/>
                  </a:lnTo>
                  <a:lnTo>
                    <a:pt x="1690852" y="116535"/>
                  </a:lnTo>
                  <a:lnTo>
                    <a:pt x="1747393" y="115557"/>
                  </a:lnTo>
                  <a:close/>
                </a:path>
                <a:path w="7493000" h="5608955">
                  <a:moveTo>
                    <a:pt x="1842795" y="5580062"/>
                  </a:moveTo>
                  <a:lnTo>
                    <a:pt x="1842465" y="5560987"/>
                  </a:lnTo>
                  <a:lnTo>
                    <a:pt x="1785899" y="5561977"/>
                  </a:lnTo>
                  <a:lnTo>
                    <a:pt x="1786229" y="5581053"/>
                  </a:lnTo>
                  <a:lnTo>
                    <a:pt x="1842795" y="5580062"/>
                  </a:lnTo>
                  <a:close/>
                </a:path>
                <a:path w="7493000" h="5608955">
                  <a:moveTo>
                    <a:pt x="1860524" y="113576"/>
                  </a:moveTo>
                  <a:lnTo>
                    <a:pt x="1860194" y="95034"/>
                  </a:lnTo>
                  <a:lnTo>
                    <a:pt x="1803628" y="96024"/>
                  </a:lnTo>
                  <a:lnTo>
                    <a:pt x="1803958" y="114566"/>
                  </a:lnTo>
                  <a:lnTo>
                    <a:pt x="1860524" y="113576"/>
                  </a:lnTo>
                  <a:close/>
                </a:path>
                <a:path w="7493000" h="5608955">
                  <a:moveTo>
                    <a:pt x="1916760" y="93929"/>
                  </a:moveTo>
                  <a:lnTo>
                    <a:pt x="1888477" y="94551"/>
                  </a:lnTo>
                  <a:lnTo>
                    <a:pt x="1916760" y="94056"/>
                  </a:lnTo>
                  <a:lnTo>
                    <a:pt x="1916760" y="93929"/>
                  </a:lnTo>
                  <a:close/>
                </a:path>
                <a:path w="7493000" h="5608955">
                  <a:moveTo>
                    <a:pt x="1955901" y="5578094"/>
                  </a:moveTo>
                  <a:lnTo>
                    <a:pt x="1955571" y="5559018"/>
                  </a:lnTo>
                  <a:lnTo>
                    <a:pt x="1899005" y="5559996"/>
                  </a:lnTo>
                  <a:lnTo>
                    <a:pt x="1899335" y="5579072"/>
                  </a:lnTo>
                  <a:lnTo>
                    <a:pt x="1955901" y="5578094"/>
                  </a:lnTo>
                  <a:close/>
                </a:path>
                <a:path w="7493000" h="5608955">
                  <a:moveTo>
                    <a:pt x="1973656" y="111607"/>
                  </a:moveTo>
                  <a:lnTo>
                    <a:pt x="1973326" y="93065"/>
                  </a:lnTo>
                  <a:lnTo>
                    <a:pt x="1916760" y="94056"/>
                  </a:lnTo>
                  <a:lnTo>
                    <a:pt x="1917090" y="112598"/>
                  </a:lnTo>
                  <a:lnTo>
                    <a:pt x="1973656" y="111607"/>
                  </a:lnTo>
                  <a:close/>
                </a:path>
                <a:path w="7493000" h="5608955">
                  <a:moveTo>
                    <a:pt x="2001494" y="92570"/>
                  </a:moveTo>
                  <a:lnTo>
                    <a:pt x="1973326" y="92557"/>
                  </a:lnTo>
                  <a:lnTo>
                    <a:pt x="1973326" y="93065"/>
                  </a:lnTo>
                  <a:lnTo>
                    <a:pt x="2001494" y="92570"/>
                  </a:lnTo>
                  <a:close/>
                </a:path>
                <a:path w="7493000" h="5608955">
                  <a:moveTo>
                    <a:pt x="2069033" y="5576113"/>
                  </a:moveTo>
                  <a:lnTo>
                    <a:pt x="2068703" y="5557037"/>
                  </a:lnTo>
                  <a:lnTo>
                    <a:pt x="2012137" y="5558028"/>
                  </a:lnTo>
                  <a:lnTo>
                    <a:pt x="2012467" y="5577103"/>
                  </a:lnTo>
                  <a:lnTo>
                    <a:pt x="2069033" y="5576113"/>
                  </a:lnTo>
                  <a:close/>
                </a:path>
                <a:path w="7493000" h="5608955">
                  <a:moveTo>
                    <a:pt x="2086762" y="109626"/>
                  </a:moveTo>
                  <a:lnTo>
                    <a:pt x="2086432" y="91097"/>
                  </a:lnTo>
                  <a:lnTo>
                    <a:pt x="2029866" y="92075"/>
                  </a:lnTo>
                  <a:lnTo>
                    <a:pt x="2030196" y="110617"/>
                  </a:lnTo>
                  <a:lnTo>
                    <a:pt x="2086762" y="109626"/>
                  </a:lnTo>
                  <a:close/>
                </a:path>
                <a:path w="7493000" h="5608955">
                  <a:moveTo>
                    <a:pt x="2182139" y="5574144"/>
                  </a:moveTo>
                  <a:lnTo>
                    <a:pt x="2181809" y="5555069"/>
                  </a:lnTo>
                  <a:lnTo>
                    <a:pt x="2125243" y="5556047"/>
                  </a:lnTo>
                  <a:lnTo>
                    <a:pt x="2125573" y="5575135"/>
                  </a:lnTo>
                  <a:lnTo>
                    <a:pt x="2182139" y="5574144"/>
                  </a:lnTo>
                  <a:close/>
                </a:path>
                <a:path w="7493000" h="5608955">
                  <a:moveTo>
                    <a:pt x="2199894" y="107657"/>
                  </a:moveTo>
                  <a:lnTo>
                    <a:pt x="2199563" y="89115"/>
                  </a:lnTo>
                  <a:lnTo>
                    <a:pt x="2142998" y="90106"/>
                  </a:lnTo>
                  <a:lnTo>
                    <a:pt x="2143328" y="108648"/>
                  </a:lnTo>
                  <a:lnTo>
                    <a:pt x="2199894" y="107657"/>
                  </a:lnTo>
                  <a:close/>
                </a:path>
                <a:path w="7493000" h="5608955">
                  <a:moveTo>
                    <a:pt x="2220036" y="88760"/>
                  </a:moveTo>
                  <a:lnTo>
                    <a:pt x="2199563" y="88734"/>
                  </a:lnTo>
                  <a:lnTo>
                    <a:pt x="2199563" y="89115"/>
                  </a:lnTo>
                  <a:lnTo>
                    <a:pt x="2220036" y="88760"/>
                  </a:lnTo>
                  <a:close/>
                </a:path>
                <a:path w="7493000" h="5608955">
                  <a:moveTo>
                    <a:pt x="2295271" y="5572163"/>
                  </a:moveTo>
                  <a:lnTo>
                    <a:pt x="2294940" y="5553087"/>
                  </a:lnTo>
                  <a:lnTo>
                    <a:pt x="2238375" y="5554078"/>
                  </a:lnTo>
                  <a:lnTo>
                    <a:pt x="2238705" y="5573153"/>
                  </a:lnTo>
                  <a:lnTo>
                    <a:pt x="2295271" y="5572163"/>
                  </a:lnTo>
                  <a:close/>
                </a:path>
                <a:path w="7493000" h="5608955">
                  <a:moveTo>
                    <a:pt x="2313000" y="105676"/>
                  </a:moveTo>
                  <a:lnTo>
                    <a:pt x="2312670" y="87147"/>
                  </a:lnTo>
                  <a:lnTo>
                    <a:pt x="2256104" y="88125"/>
                  </a:lnTo>
                  <a:lnTo>
                    <a:pt x="2256434" y="106667"/>
                  </a:lnTo>
                  <a:lnTo>
                    <a:pt x="2313000" y="105676"/>
                  </a:lnTo>
                  <a:close/>
                </a:path>
                <a:path w="7493000" h="5608955">
                  <a:moveTo>
                    <a:pt x="2408377" y="5570194"/>
                  </a:moveTo>
                  <a:lnTo>
                    <a:pt x="2408047" y="5551119"/>
                  </a:lnTo>
                  <a:lnTo>
                    <a:pt x="2351506" y="5552097"/>
                  </a:lnTo>
                  <a:lnTo>
                    <a:pt x="2351836" y="5571185"/>
                  </a:lnTo>
                  <a:lnTo>
                    <a:pt x="2408377" y="5570194"/>
                  </a:lnTo>
                  <a:close/>
                </a:path>
                <a:path w="7493000" h="5608955">
                  <a:moveTo>
                    <a:pt x="2426131" y="103708"/>
                  </a:moveTo>
                  <a:lnTo>
                    <a:pt x="2425801" y="85166"/>
                  </a:lnTo>
                  <a:lnTo>
                    <a:pt x="2369235" y="86156"/>
                  </a:lnTo>
                  <a:lnTo>
                    <a:pt x="2369566" y="104698"/>
                  </a:lnTo>
                  <a:lnTo>
                    <a:pt x="2426131" y="103708"/>
                  </a:lnTo>
                  <a:close/>
                </a:path>
                <a:path w="7493000" h="5608955">
                  <a:moveTo>
                    <a:pt x="2482367" y="83667"/>
                  </a:moveTo>
                  <a:lnTo>
                    <a:pt x="2425801" y="85039"/>
                  </a:lnTo>
                  <a:lnTo>
                    <a:pt x="2425801" y="85166"/>
                  </a:lnTo>
                  <a:lnTo>
                    <a:pt x="2482367" y="84175"/>
                  </a:lnTo>
                  <a:lnTo>
                    <a:pt x="2482367" y="83667"/>
                  </a:lnTo>
                  <a:close/>
                </a:path>
                <a:path w="7493000" h="5608955">
                  <a:moveTo>
                    <a:pt x="2521508" y="5568213"/>
                  </a:moveTo>
                  <a:lnTo>
                    <a:pt x="2521178" y="5549138"/>
                  </a:lnTo>
                  <a:lnTo>
                    <a:pt x="2464612" y="5550128"/>
                  </a:lnTo>
                  <a:lnTo>
                    <a:pt x="2464943" y="5569204"/>
                  </a:lnTo>
                  <a:lnTo>
                    <a:pt x="2521508" y="5568213"/>
                  </a:lnTo>
                  <a:close/>
                </a:path>
                <a:path w="7493000" h="5608955">
                  <a:moveTo>
                    <a:pt x="2539238" y="101727"/>
                  </a:moveTo>
                  <a:lnTo>
                    <a:pt x="2538907" y="83197"/>
                  </a:lnTo>
                  <a:lnTo>
                    <a:pt x="2482367" y="84175"/>
                  </a:lnTo>
                  <a:lnTo>
                    <a:pt x="2482697" y="102717"/>
                  </a:lnTo>
                  <a:lnTo>
                    <a:pt x="2539238" y="101727"/>
                  </a:lnTo>
                  <a:close/>
                </a:path>
                <a:path w="7493000" h="5608955">
                  <a:moveTo>
                    <a:pt x="2634615" y="5566245"/>
                  </a:moveTo>
                  <a:lnTo>
                    <a:pt x="2634284" y="5547169"/>
                  </a:lnTo>
                  <a:lnTo>
                    <a:pt x="2577744" y="5548147"/>
                  </a:lnTo>
                  <a:lnTo>
                    <a:pt x="2578074" y="5567235"/>
                  </a:lnTo>
                  <a:lnTo>
                    <a:pt x="2634615" y="5566245"/>
                  </a:lnTo>
                  <a:close/>
                </a:path>
                <a:path w="7493000" h="5608955">
                  <a:moveTo>
                    <a:pt x="2652369" y="99758"/>
                  </a:moveTo>
                  <a:lnTo>
                    <a:pt x="2652039" y="81216"/>
                  </a:lnTo>
                  <a:lnTo>
                    <a:pt x="2595473" y="82207"/>
                  </a:lnTo>
                  <a:lnTo>
                    <a:pt x="2595803" y="100749"/>
                  </a:lnTo>
                  <a:lnTo>
                    <a:pt x="2652369" y="99758"/>
                  </a:lnTo>
                  <a:close/>
                </a:path>
                <a:path w="7493000" h="5608955">
                  <a:moveTo>
                    <a:pt x="2708605" y="79844"/>
                  </a:moveTo>
                  <a:lnTo>
                    <a:pt x="2652039" y="81216"/>
                  </a:lnTo>
                  <a:lnTo>
                    <a:pt x="2708605" y="80225"/>
                  </a:lnTo>
                  <a:lnTo>
                    <a:pt x="2708605" y="79844"/>
                  </a:lnTo>
                  <a:close/>
                </a:path>
                <a:path w="7493000" h="5608955">
                  <a:moveTo>
                    <a:pt x="2747746" y="5564263"/>
                  </a:moveTo>
                  <a:lnTo>
                    <a:pt x="2747416" y="5545188"/>
                  </a:lnTo>
                  <a:lnTo>
                    <a:pt x="2690850" y="5546179"/>
                  </a:lnTo>
                  <a:lnTo>
                    <a:pt x="2691180" y="5565254"/>
                  </a:lnTo>
                  <a:lnTo>
                    <a:pt x="2747746" y="5564263"/>
                  </a:lnTo>
                  <a:close/>
                </a:path>
                <a:path w="7493000" h="5608955">
                  <a:moveTo>
                    <a:pt x="2765475" y="97790"/>
                  </a:moveTo>
                  <a:lnTo>
                    <a:pt x="2765145" y="79248"/>
                  </a:lnTo>
                  <a:lnTo>
                    <a:pt x="2708605" y="80225"/>
                  </a:lnTo>
                  <a:lnTo>
                    <a:pt x="2708935" y="98767"/>
                  </a:lnTo>
                  <a:lnTo>
                    <a:pt x="2765475" y="97790"/>
                  </a:lnTo>
                  <a:close/>
                </a:path>
                <a:path w="7493000" h="5608955">
                  <a:moveTo>
                    <a:pt x="2860878" y="5562295"/>
                  </a:moveTo>
                  <a:lnTo>
                    <a:pt x="2860548" y="5543220"/>
                  </a:lnTo>
                  <a:lnTo>
                    <a:pt x="2803982" y="5544197"/>
                  </a:lnTo>
                  <a:lnTo>
                    <a:pt x="2804312" y="5563286"/>
                  </a:lnTo>
                  <a:lnTo>
                    <a:pt x="2860878" y="5562295"/>
                  </a:lnTo>
                  <a:close/>
                </a:path>
                <a:path w="7493000" h="5608955">
                  <a:moveTo>
                    <a:pt x="2878607" y="95808"/>
                  </a:moveTo>
                  <a:lnTo>
                    <a:pt x="2878277" y="77266"/>
                  </a:lnTo>
                  <a:lnTo>
                    <a:pt x="2821711" y="78257"/>
                  </a:lnTo>
                  <a:lnTo>
                    <a:pt x="2822041" y="96799"/>
                  </a:lnTo>
                  <a:lnTo>
                    <a:pt x="2878607" y="95808"/>
                  </a:lnTo>
                  <a:close/>
                </a:path>
                <a:path w="7493000" h="5608955">
                  <a:moveTo>
                    <a:pt x="2934843" y="76161"/>
                  </a:moveTo>
                  <a:lnTo>
                    <a:pt x="2906560" y="76771"/>
                  </a:lnTo>
                  <a:lnTo>
                    <a:pt x="2934843" y="76288"/>
                  </a:lnTo>
                  <a:lnTo>
                    <a:pt x="2934843" y="76161"/>
                  </a:lnTo>
                  <a:close/>
                </a:path>
                <a:path w="7493000" h="5608955">
                  <a:moveTo>
                    <a:pt x="2973984" y="5560326"/>
                  </a:moveTo>
                  <a:lnTo>
                    <a:pt x="2973654" y="5541238"/>
                  </a:lnTo>
                  <a:lnTo>
                    <a:pt x="2917088" y="5542229"/>
                  </a:lnTo>
                  <a:lnTo>
                    <a:pt x="2917418" y="5561304"/>
                  </a:lnTo>
                  <a:lnTo>
                    <a:pt x="2973984" y="5560326"/>
                  </a:lnTo>
                  <a:close/>
                </a:path>
                <a:path w="7493000" h="5608955">
                  <a:moveTo>
                    <a:pt x="2991739" y="93840"/>
                  </a:moveTo>
                  <a:lnTo>
                    <a:pt x="2991408" y="75298"/>
                  </a:lnTo>
                  <a:lnTo>
                    <a:pt x="2934843" y="76288"/>
                  </a:lnTo>
                  <a:lnTo>
                    <a:pt x="2935173" y="94818"/>
                  </a:lnTo>
                  <a:lnTo>
                    <a:pt x="2991739" y="93840"/>
                  </a:lnTo>
                  <a:close/>
                </a:path>
                <a:path w="7493000" h="5608955">
                  <a:moveTo>
                    <a:pt x="3018409" y="74828"/>
                  </a:moveTo>
                  <a:lnTo>
                    <a:pt x="2991408" y="74790"/>
                  </a:lnTo>
                  <a:lnTo>
                    <a:pt x="2991408" y="75298"/>
                  </a:lnTo>
                  <a:lnTo>
                    <a:pt x="3018409" y="74828"/>
                  </a:lnTo>
                  <a:close/>
                </a:path>
                <a:path w="7493000" h="5608955">
                  <a:moveTo>
                    <a:pt x="3087116" y="5558345"/>
                  </a:moveTo>
                  <a:lnTo>
                    <a:pt x="3086785" y="5539270"/>
                  </a:lnTo>
                  <a:lnTo>
                    <a:pt x="3030220" y="5540260"/>
                  </a:lnTo>
                  <a:lnTo>
                    <a:pt x="3030550" y="5559336"/>
                  </a:lnTo>
                  <a:lnTo>
                    <a:pt x="3087116" y="5558345"/>
                  </a:lnTo>
                  <a:close/>
                </a:path>
                <a:path w="7493000" h="5608955">
                  <a:moveTo>
                    <a:pt x="3104845" y="91859"/>
                  </a:moveTo>
                  <a:lnTo>
                    <a:pt x="3104515" y="73317"/>
                  </a:lnTo>
                  <a:lnTo>
                    <a:pt x="3047949" y="74307"/>
                  </a:lnTo>
                  <a:lnTo>
                    <a:pt x="3048279" y="92849"/>
                  </a:lnTo>
                  <a:lnTo>
                    <a:pt x="3104845" y="91859"/>
                  </a:lnTo>
                  <a:close/>
                </a:path>
                <a:path w="7493000" h="5608955">
                  <a:moveTo>
                    <a:pt x="3200222" y="5556377"/>
                  </a:moveTo>
                  <a:lnTo>
                    <a:pt x="3199892" y="5537289"/>
                  </a:lnTo>
                  <a:lnTo>
                    <a:pt x="3143326" y="5538279"/>
                  </a:lnTo>
                  <a:lnTo>
                    <a:pt x="3143656" y="5557355"/>
                  </a:lnTo>
                  <a:lnTo>
                    <a:pt x="3200222" y="5556377"/>
                  </a:lnTo>
                  <a:close/>
                </a:path>
                <a:path w="7493000" h="5608955">
                  <a:moveTo>
                    <a:pt x="3217976" y="89890"/>
                  </a:moveTo>
                  <a:lnTo>
                    <a:pt x="3217646" y="71348"/>
                  </a:lnTo>
                  <a:lnTo>
                    <a:pt x="3161080" y="72339"/>
                  </a:lnTo>
                  <a:lnTo>
                    <a:pt x="3161411" y="90868"/>
                  </a:lnTo>
                  <a:lnTo>
                    <a:pt x="3217976" y="89890"/>
                  </a:lnTo>
                  <a:close/>
                </a:path>
                <a:path w="7493000" h="5608955">
                  <a:moveTo>
                    <a:pt x="3237115" y="71005"/>
                  </a:moveTo>
                  <a:lnTo>
                    <a:pt x="3217646" y="70967"/>
                  </a:lnTo>
                  <a:lnTo>
                    <a:pt x="3217646" y="71348"/>
                  </a:lnTo>
                  <a:lnTo>
                    <a:pt x="3237115" y="71005"/>
                  </a:lnTo>
                  <a:close/>
                </a:path>
                <a:path w="7493000" h="5608955">
                  <a:moveTo>
                    <a:pt x="3313353" y="5554396"/>
                  </a:moveTo>
                  <a:lnTo>
                    <a:pt x="3313023" y="5535320"/>
                  </a:lnTo>
                  <a:lnTo>
                    <a:pt x="3256457" y="5536311"/>
                  </a:lnTo>
                  <a:lnTo>
                    <a:pt x="3256788" y="5555386"/>
                  </a:lnTo>
                  <a:lnTo>
                    <a:pt x="3313353" y="5554396"/>
                  </a:lnTo>
                  <a:close/>
                </a:path>
                <a:path w="7493000" h="5608955">
                  <a:moveTo>
                    <a:pt x="3331083" y="87909"/>
                  </a:moveTo>
                  <a:lnTo>
                    <a:pt x="3330752" y="69367"/>
                  </a:lnTo>
                  <a:lnTo>
                    <a:pt x="3274187" y="70358"/>
                  </a:lnTo>
                  <a:lnTo>
                    <a:pt x="3274517" y="88900"/>
                  </a:lnTo>
                  <a:lnTo>
                    <a:pt x="3331083" y="87909"/>
                  </a:lnTo>
                  <a:close/>
                </a:path>
                <a:path w="7493000" h="5608955">
                  <a:moveTo>
                    <a:pt x="3426460" y="5552427"/>
                  </a:moveTo>
                  <a:lnTo>
                    <a:pt x="3426129" y="5533339"/>
                  </a:lnTo>
                  <a:lnTo>
                    <a:pt x="3369589" y="5534330"/>
                  </a:lnTo>
                  <a:lnTo>
                    <a:pt x="3369919" y="5553405"/>
                  </a:lnTo>
                  <a:lnTo>
                    <a:pt x="3426460" y="5552427"/>
                  </a:lnTo>
                  <a:close/>
                </a:path>
                <a:path w="7493000" h="5608955">
                  <a:moveTo>
                    <a:pt x="3444214" y="85940"/>
                  </a:moveTo>
                  <a:lnTo>
                    <a:pt x="3443884" y="67398"/>
                  </a:lnTo>
                  <a:lnTo>
                    <a:pt x="3387318" y="68389"/>
                  </a:lnTo>
                  <a:lnTo>
                    <a:pt x="3387648" y="86918"/>
                  </a:lnTo>
                  <a:lnTo>
                    <a:pt x="3444214" y="85940"/>
                  </a:lnTo>
                  <a:close/>
                </a:path>
                <a:path w="7493000" h="5608955">
                  <a:moveTo>
                    <a:pt x="3500450" y="66408"/>
                  </a:moveTo>
                  <a:lnTo>
                    <a:pt x="3500437" y="65900"/>
                  </a:lnTo>
                  <a:lnTo>
                    <a:pt x="3443884" y="67271"/>
                  </a:lnTo>
                  <a:lnTo>
                    <a:pt x="3443884" y="67398"/>
                  </a:lnTo>
                  <a:lnTo>
                    <a:pt x="3500450" y="66408"/>
                  </a:lnTo>
                  <a:close/>
                </a:path>
                <a:path w="7493000" h="5608955">
                  <a:moveTo>
                    <a:pt x="3557320" y="83959"/>
                  </a:moveTo>
                  <a:lnTo>
                    <a:pt x="3556990" y="65417"/>
                  </a:lnTo>
                  <a:lnTo>
                    <a:pt x="3500450" y="66408"/>
                  </a:lnTo>
                  <a:lnTo>
                    <a:pt x="3500780" y="84950"/>
                  </a:lnTo>
                  <a:lnTo>
                    <a:pt x="3557320" y="83959"/>
                  </a:lnTo>
                  <a:close/>
                </a:path>
                <a:path w="7493000" h="5608955">
                  <a:moveTo>
                    <a:pt x="3670452" y="81991"/>
                  </a:moveTo>
                  <a:lnTo>
                    <a:pt x="3670122" y="63449"/>
                  </a:lnTo>
                  <a:lnTo>
                    <a:pt x="3613556" y="64439"/>
                  </a:lnTo>
                  <a:lnTo>
                    <a:pt x="3613886" y="82969"/>
                  </a:lnTo>
                  <a:lnTo>
                    <a:pt x="3670452" y="81991"/>
                  </a:lnTo>
                  <a:close/>
                </a:path>
                <a:path w="7493000" h="5608955">
                  <a:moveTo>
                    <a:pt x="3726688" y="62077"/>
                  </a:moveTo>
                  <a:lnTo>
                    <a:pt x="3670122" y="63449"/>
                  </a:lnTo>
                  <a:lnTo>
                    <a:pt x="3726688" y="62458"/>
                  </a:lnTo>
                  <a:lnTo>
                    <a:pt x="3726688" y="62077"/>
                  </a:lnTo>
                  <a:close/>
                </a:path>
                <a:path w="7493000" h="5608955">
                  <a:moveTo>
                    <a:pt x="3783558" y="80010"/>
                  </a:moveTo>
                  <a:lnTo>
                    <a:pt x="3783228" y="61480"/>
                  </a:lnTo>
                  <a:lnTo>
                    <a:pt x="3726688" y="62458"/>
                  </a:lnTo>
                  <a:lnTo>
                    <a:pt x="3727018" y="81000"/>
                  </a:lnTo>
                  <a:lnTo>
                    <a:pt x="3783558" y="80010"/>
                  </a:lnTo>
                  <a:close/>
                </a:path>
                <a:path w="7493000" h="5608955">
                  <a:moveTo>
                    <a:pt x="3896690" y="78041"/>
                  </a:moveTo>
                  <a:lnTo>
                    <a:pt x="3896360" y="59499"/>
                  </a:lnTo>
                  <a:lnTo>
                    <a:pt x="3839794" y="60490"/>
                  </a:lnTo>
                  <a:lnTo>
                    <a:pt x="3840124" y="79032"/>
                  </a:lnTo>
                  <a:lnTo>
                    <a:pt x="3896690" y="78041"/>
                  </a:lnTo>
                  <a:close/>
                </a:path>
                <a:path w="7493000" h="5608955">
                  <a:moveTo>
                    <a:pt x="3952925" y="58254"/>
                  </a:moveTo>
                  <a:lnTo>
                    <a:pt x="3915219" y="59169"/>
                  </a:lnTo>
                  <a:lnTo>
                    <a:pt x="3952925" y="58508"/>
                  </a:lnTo>
                  <a:lnTo>
                    <a:pt x="3952925" y="58254"/>
                  </a:lnTo>
                  <a:close/>
                </a:path>
                <a:path w="7493000" h="5608955">
                  <a:moveTo>
                    <a:pt x="4009821" y="76060"/>
                  </a:moveTo>
                  <a:lnTo>
                    <a:pt x="4009491" y="57531"/>
                  </a:lnTo>
                  <a:lnTo>
                    <a:pt x="3952925" y="58508"/>
                  </a:lnTo>
                  <a:lnTo>
                    <a:pt x="3953256" y="77050"/>
                  </a:lnTo>
                  <a:lnTo>
                    <a:pt x="4009821" y="76060"/>
                  </a:lnTo>
                  <a:close/>
                </a:path>
                <a:path w="7493000" h="5608955">
                  <a:moveTo>
                    <a:pt x="4039019" y="57010"/>
                  </a:moveTo>
                  <a:lnTo>
                    <a:pt x="4009479" y="57023"/>
                  </a:lnTo>
                  <a:lnTo>
                    <a:pt x="4009491" y="57531"/>
                  </a:lnTo>
                  <a:lnTo>
                    <a:pt x="4039019" y="57010"/>
                  </a:lnTo>
                  <a:close/>
                </a:path>
                <a:path w="7493000" h="5608955">
                  <a:moveTo>
                    <a:pt x="4122928" y="74091"/>
                  </a:moveTo>
                  <a:lnTo>
                    <a:pt x="4122597" y="55549"/>
                  </a:lnTo>
                  <a:lnTo>
                    <a:pt x="4066032" y="56540"/>
                  </a:lnTo>
                  <a:lnTo>
                    <a:pt x="4066362" y="75082"/>
                  </a:lnTo>
                  <a:lnTo>
                    <a:pt x="4122928" y="74091"/>
                  </a:lnTo>
                  <a:close/>
                </a:path>
                <a:path w="7493000" h="5608955">
                  <a:moveTo>
                    <a:pt x="4222762" y="5533187"/>
                  </a:moveTo>
                  <a:lnTo>
                    <a:pt x="4218203" y="5533187"/>
                  </a:lnTo>
                  <a:lnTo>
                    <a:pt x="4217975" y="5519521"/>
                  </a:lnTo>
                  <a:lnTo>
                    <a:pt x="4215485" y="5519572"/>
                  </a:lnTo>
                  <a:lnTo>
                    <a:pt x="4215485" y="5533187"/>
                  </a:lnTo>
                  <a:lnTo>
                    <a:pt x="4213530" y="5533225"/>
                  </a:lnTo>
                  <a:lnTo>
                    <a:pt x="4212869" y="5533237"/>
                  </a:lnTo>
                  <a:lnTo>
                    <a:pt x="4161625" y="5533237"/>
                  </a:lnTo>
                  <a:lnTo>
                    <a:pt x="4215485" y="5533187"/>
                  </a:lnTo>
                  <a:lnTo>
                    <a:pt x="4215485" y="5519572"/>
                  </a:lnTo>
                  <a:lnTo>
                    <a:pt x="4161409" y="5520512"/>
                  </a:lnTo>
                  <a:lnTo>
                    <a:pt x="4104868" y="5521503"/>
                  </a:lnTo>
                  <a:lnTo>
                    <a:pt x="4080091" y="5521934"/>
                  </a:lnTo>
                  <a:lnTo>
                    <a:pt x="4059707" y="5522290"/>
                  </a:lnTo>
                  <a:lnTo>
                    <a:pt x="4048302" y="5522480"/>
                  </a:lnTo>
                  <a:lnTo>
                    <a:pt x="3991737" y="5523471"/>
                  </a:lnTo>
                  <a:lnTo>
                    <a:pt x="3966616" y="5523916"/>
                  </a:lnTo>
                  <a:lnTo>
                    <a:pt x="3935171" y="5524462"/>
                  </a:lnTo>
                  <a:lnTo>
                    <a:pt x="3878630" y="5525452"/>
                  </a:lnTo>
                  <a:lnTo>
                    <a:pt x="3841610" y="5526100"/>
                  </a:lnTo>
                  <a:lnTo>
                    <a:pt x="3823665" y="5526405"/>
                  </a:lnTo>
                  <a:lnTo>
                    <a:pt x="3822065" y="5526430"/>
                  </a:lnTo>
                  <a:lnTo>
                    <a:pt x="3765499" y="5527421"/>
                  </a:lnTo>
                  <a:lnTo>
                    <a:pt x="3708933" y="5528411"/>
                  </a:lnTo>
                  <a:lnTo>
                    <a:pt x="3652367" y="5529402"/>
                  </a:lnTo>
                  <a:lnTo>
                    <a:pt x="3615194" y="5530050"/>
                  </a:lnTo>
                  <a:lnTo>
                    <a:pt x="3595827" y="5530380"/>
                  </a:lnTo>
                  <a:lnTo>
                    <a:pt x="3539261" y="5531370"/>
                  </a:lnTo>
                  <a:lnTo>
                    <a:pt x="3482695" y="5532361"/>
                  </a:lnTo>
                  <a:lnTo>
                    <a:pt x="3435045" y="5533187"/>
                  </a:lnTo>
                  <a:lnTo>
                    <a:pt x="3432860" y="5533237"/>
                  </a:lnTo>
                  <a:lnTo>
                    <a:pt x="3434905" y="5533187"/>
                  </a:lnTo>
                  <a:lnTo>
                    <a:pt x="2558224" y="5533225"/>
                  </a:lnTo>
                  <a:lnTo>
                    <a:pt x="2556675" y="5533250"/>
                  </a:lnTo>
                  <a:lnTo>
                    <a:pt x="218401" y="5533301"/>
                  </a:lnTo>
                  <a:lnTo>
                    <a:pt x="3429965" y="5533275"/>
                  </a:lnTo>
                  <a:lnTo>
                    <a:pt x="2902966" y="5533250"/>
                  </a:lnTo>
                  <a:lnTo>
                    <a:pt x="3432111" y="5533237"/>
                  </a:lnTo>
                  <a:lnTo>
                    <a:pt x="3429965" y="5533275"/>
                  </a:lnTo>
                  <a:lnTo>
                    <a:pt x="3482708" y="5533275"/>
                  </a:lnTo>
                  <a:lnTo>
                    <a:pt x="3483025" y="5551436"/>
                  </a:lnTo>
                  <a:lnTo>
                    <a:pt x="3539591" y="5550446"/>
                  </a:lnTo>
                  <a:lnTo>
                    <a:pt x="3539286" y="5533275"/>
                  </a:lnTo>
                  <a:lnTo>
                    <a:pt x="3595865" y="5533275"/>
                  </a:lnTo>
                  <a:lnTo>
                    <a:pt x="3596157" y="5549455"/>
                  </a:lnTo>
                  <a:lnTo>
                    <a:pt x="3652697" y="5548477"/>
                  </a:lnTo>
                  <a:lnTo>
                    <a:pt x="3652431" y="5533275"/>
                  </a:lnTo>
                  <a:lnTo>
                    <a:pt x="3709009" y="5533275"/>
                  </a:lnTo>
                  <a:lnTo>
                    <a:pt x="3709263" y="5547487"/>
                  </a:lnTo>
                  <a:lnTo>
                    <a:pt x="3765829" y="5546496"/>
                  </a:lnTo>
                  <a:lnTo>
                    <a:pt x="3765588" y="5533275"/>
                  </a:lnTo>
                  <a:lnTo>
                    <a:pt x="3822179" y="5533275"/>
                  </a:lnTo>
                  <a:lnTo>
                    <a:pt x="3822395" y="5545506"/>
                  </a:lnTo>
                  <a:lnTo>
                    <a:pt x="3878961" y="5544528"/>
                  </a:lnTo>
                  <a:lnTo>
                    <a:pt x="3878757" y="5533275"/>
                  </a:lnTo>
                  <a:lnTo>
                    <a:pt x="3935323" y="5533275"/>
                  </a:lnTo>
                  <a:lnTo>
                    <a:pt x="3935501" y="5543537"/>
                  </a:lnTo>
                  <a:lnTo>
                    <a:pt x="3992067" y="5542546"/>
                  </a:lnTo>
                  <a:lnTo>
                    <a:pt x="3991902" y="5533275"/>
                  </a:lnTo>
                  <a:lnTo>
                    <a:pt x="4048480" y="5533275"/>
                  </a:lnTo>
                  <a:lnTo>
                    <a:pt x="4048633" y="5541569"/>
                  </a:lnTo>
                  <a:lnTo>
                    <a:pt x="4105198" y="5540578"/>
                  </a:lnTo>
                  <a:lnTo>
                    <a:pt x="4105071" y="5533275"/>
                  </a:lnTo>
                  <a:lnTo>
                    <a:pt x="4161625" y="5533275"/>
                  </a:lnTo>
                  <a:lnTo>
                    <a:pt x="4218000" y="5533275"/>
                  </a:lnTo>
                  <a:lnTo>
                    <a:pt x="4218216" y="5533263"/>
                  </a:lnTo>
                  <a:lnTo>
                    <a:pt x="4220464" y="5533225"/>
                  </a:lnTo>
                  <a:lnTo>
                    <a:pt x="4222762" y="5533187"/>
                  </a:lnTo>
                  <a:close/>
                </a:path>
                <a:path w="7493000" h="5608955">
                  <a:moveTo>
                    <a:pt x="4236059" y="72110"/>
                  </a:moveTo>
                  <a:lnTo>
                    <a:pt x="4235729" y="53581"/>
                  </a:lnTo>
                  <a:lnTo>
                    <a:pt x="4179163" y="54559"/>
                  </a:lnTo>
                  <a:lnTo>
                    <a:pt x="4179493" y="73101"/>
                  </a:lnTo>
                  <a:lnTo>
                    <a:pt x="4236059" y="72110"/>
                  </a:lnTo>
                  <a:close/>
                </a:path>
                <a:path w="7493000" h="5608955">
                  <a:moveTo>
                    <a:pt x="4257281" y="53200"/>
                  </a:moveTo>
                  <a:lnTo>
                    <a:pt x="4235729" y="53200"/>
                  </a:lnTo>
                  <a:lnTo>
                    <a:pt x="4235729" y="53581"/>
                  </a:lnTo>
                  <a:lnTo>
                    <a:pt x="4257281" y="53200"/>
                  </a:lnTo>
                  <a:close/>
                </a:path>
                <a:path w="7493000" h="5608955">
                  <a:moveTo>
                    <a:pt x="4349166" y="70142"/>
                  </a:moveTo>
                  <a:lnTo>
                    <a:pt x="4348835" y="51600"/>
                  </a:lnTo>
                  <a:lnTo>
                    <a:pt x="4292270" y="52590"/>
                  </a:lnTo>
                  <a:lnTo>
                    <a:pt x="4292600" y="71132"/>
                  </a:lnTo>
                  <a:lnTo>
                    <a:pt x="4349166" y="70142"/>
                  </a:lnTo>
                  <a:close/>
                </a:path>
                <a:path w="7493000" h="5608955">
                  <a:moveTo>
                    <a:pt x="4462297" y="68160"/>
                  </a:moveTo>
                  <a:lnTo>
                    <a:pt x="4461967" y="49631"/>
                  </a:lnTo>
                  <a:lnTo>
                    <a:pt x="4405401" y="50609"/>
                  </a:lnTo>
                  <a:lnTo>
                    <a:pt x="4405731" y="69151"/>
                  </a:lnTo>
                  <a:lnTo>
                    <a:pt x="4462297" y="68160"/>
                  </a:lnTo>
                  <a:close/>
                </a:path>
                <a:path w="7493000" h="5608955">
                  <a:moveTo>
                    <a:pt x="4518533" y="48641"/>
                  </a:moveTo>
                  <a:lnTo>
                    <a:pt x="4518520" y="48133"/>
                  </a:lnTo>
                  <a:lnTo>
                    <a:pt x="4461967" y="49250"/>
                  </a:lnTo>
                  <a:lnTo>
                    <a:pt x="4461967" y="49631"/>
                  </a:lnTo>
                  <a:lnTo>
                    <a:pt x="4518533" y="48641"/>
                  </a:lnTo>
                  <a:close/>
                </a:path>
                <a:path w="7493000" h="5608955">
                  <a:moveTo>
                    <a:pt x="4575403" y="66192"/>
                  </a:moveTo>
                  <a:lnTo>
                    <a:pt x="4575073" y="47650"/>
                  </a:lnTo>
                  <a:lnTo>
                    <a:pt x="4518533" y="48641"/>
                  </a:lnTo>
                  <a:lnTo>
                    <a:pt x="4518863" y="67183"/>
                  </a:lnTo>
                  <a:lnTo>
                    <a:pt x="4575403" y="66192"/>
                  </a:lnTo>
                  <a:close/>
                </a:path>
                <a:path w="7493000" h="5608955">
                  <a:moveTo>
                    <a:pt x="4670780" y="5530697"/>
                  </a:moveTo>
                  <a:lnTo>
                    <a:pt x="4670450" y="5511622"/>
                  </a:lnTo>
                  <a:lnTo>
                    <a:pt x="4613910" y="5512613"/>
                  </a:lnTo>
                  <a:lnTo>
                    <a:pt x="4614240" y="5531688"/>
                  </a:lnTo>
                  <a:lnTo>
                    <a:pt x="4670780" y="5530697"/>
                  </a:lnTo>
                  <a:close/>
                </a:path>
                <a:path w="7493000" h="5608955">
                  <a:moveTo>
                    <a:pt x="4688535" y="64223"/>
                  </a:moveTo>
                  <a:lnTo>
                    <a:pt x="4688205" y="45681"/>
                  </a:lnTo>
                  <a:lnTo>
                    <a:pt x="4631639" y="46659"/>
                  </a:lnTo>
                  <a:lnTo>
                    <a:pt x="4631969" y="65201"/>
                  </a:lnTo>
                  <a:lnTo>
                    <a:pt x="4688535" y="64223"/>
                  </a:lnTo>
                  <a:close/>
                </a:path>
                <a:path w="7493000" h="5608955">
                  <a:moveTo>
                    <a:pt x="4744771" y="44310"/>
                  </a:moveTo>
                  <a:lnTo>
                    <a:pt x="4688205" y="45681"/>
                  </a:lnTo>
                  <a:lnTo>
                    <a:pt x="4744771" y="44691"/>
                  </a:lnTo>
                  <a:lnTo>
                    <a:pt x="4744771" y="44310"/>
                  </a:lnTo>
                  <a:close/>
                </a:path>
                <a:path w="7493000" h="5608955">
                  <a:moveTo>
                    <a:pt x="4783912" y="5528729"/>
                  </a:moveTo>
                  <a:lnTo>
                    <a:pt x="4783582" y="5509653"/>
                  </a:lnTo>
                  <a:lnTo>
                    <a:pt x="4727016" y="5510631"/>
                  </a:lnTo>
                  <a:lnTo>
                    <a:pt x="4727346" y="5529719"/>
                  </a:lnTo>
                  <a:lnTo>
                    <a:pt x="4783912" y="5528729"/>
                  </a:lnTo>
                  <a:close/>
                </a:path>
                <a:path w="7493000" h="5608955">
                  <a:moveTo>
                    <a:pt x="4801641" y="62242"/>
                  </a:moveTo>
                  <a:lnTo>
                    <a:pt x="4801311" y="43700"/>
                  </a:lnTo>
                  <a:lnTo>
                    <a:pt x="4744771" y="44691"/>
                  </a:lnTo>
                  <a:lnTo>
                    <a:pt x="4745101" y="63233"/>
                  </a:lnTo>
                  <a:lnTo>
                    <a:pt x="4801641" y="62242"/>
                  </a:lnTo>
                  <a:close/>
                </a:path>
                <a:path w="7493000" h="5608955">
                  <a:moveTo>
                    <a:pt x="4897044" y="5526760"/>
                  </a:moveTo>
                  <a:lnTo>
                    <a:pt x="4896713" y="5507672"/>
                  </a:lnTo>
                  <a:lnTo>
                    <a:pt x="4840148" y="5508663"/>
                  </a:lnTo>
                  <a:lnTo>
                    <a:pt x="4840478" y="5527738"/>
                  </a:lnTo>
                  <a:lnTo>
                    <a:pt x="4897044" y="5526760"/>
                  </a:lnTo>
                  <a:close/>
                </a:path>
                <a:path w="7493000" h="5608955">
                  <a:moveTo>
                    <a:pt x="4901450" y="5533187"/>
                  </a:moveTo>
                  <a:lnTo>
                    <a:pt x="4528477" y="5533187"/>
                  </a:lnTo>
                  <a:lnTo>
                    <a:pt x="4557674" y="5532679"/>
                  </a:lnTo>
                  <a:lnTo>
                    <a:pt x="4557344" y="5513603"/>
                  </a:lnTo>
                  <a:lnTo>
                    <a:pt x="4500778" y="5514581"/>
                  </a:lnTo>
                  <a:lnTo>
                    <a:pt x="4501019" y="5528335"/>
                  </a:lnTo>
                  <a:lnTo>
                    <a:pt x="4444441" y="5529326"/>
                  </a:lnTo>
                  <a:lnTo>
                    <a:pt x="4444212" y="5515572"/>
                  </a:lnTo>
                  <a:lnTo>
                    <a:pt x="4387672" y="5516562"/>
                  </a:lnTo>
                  <a:lnTo>
                    <a:pt x="4387901" y="5530316"/>
                  </a:lnTo>
                  <a:lnTo>
                    <a:pt x="4331335" y="5531294"/>
                  </a:lnTo>
                  <a:lnTo>
                    <a:pt x="4331106" y="5517553"/>
                  </a:lnTo>
                  <a:lnTo>
                    <a:pt x="4274540" y="5518531"/>
                  </a:lnTo>
                  <a:lnTo>
                    <a:pt x="4274769" y="5532285"/>
                  </a:lnTo>
                  <a:lnTo>
                    <a:pt x="4223093" y="5533187"/>
                  </a:lnTo>
                  <a:lnTo>
                    <a:pt x="4220172" y="5533237"/>
                  </a:lnTo>
                  <a:lnTo>
                    <a:pt x="4218216" y="5533263"/>
                  </a:lnTo>
                  <a:lnTo>
                    <a:pt x="4274794" y="5533275"/>
                  </a:lnTo>
                  <a:lnTo>
                    <a:pt x="4274871" y="5537619"/>
                  </a:lnTo>
                  <a:lnTo>
                    <a:pt x="4331436" y="5536628"/>
                  </a:lnTo>
                  <a:lnTo>
                    <a:pt x="4331373" y="5533275"/>
                  </a:lnTo>
                  <a:lnTo>
                    <a:pt x="4387951" y="5533275"/>
                  </a:lnTo>
                  <a:lnTo>
                    <a:pt x="4388002" y="5535638"/>
                  </a:lnTo>
                  <a:lnTo>
                    <a:pt x="4444543" y="5534647"/>
                  </a:lnTo>
                  <a:lnTo>
                    <a:pt x="4444517" y="5533275"/>
                  </a:lnTo>
                  <a:lnTo>
                    <a:pt x="4501096" y="5533275"/>
                  </a:lnTo>
                  <a:lnTo>
                    <a:pt x="4523778" y="5533275"/>
                  </a:lnTo>
                  <a:lnTo>
                    <a:pt x="4525632" y="5533237"/>
                  </a:lnTo>
                  <a:lnTo>
                    <a:pt x="4527194" y="5533212"/>
                  </a:lnTo>
                  <a:lnTo>
                    <a:pt x="4501096" y="5533225"/>
                  </a:lnTo>
                  <a:lnTo>
                    <a:pt x="4528464" y="5533187"/>
                  </a:lnTo>
                  <a:lnTo>
                    <a:pt x="4527194" y="5533212"/>
                  </a:lnTo>
                  <a:lnTo>
                    <a:pt x="4901450" y="5533187"/>
                  </a:lnTo>
                  <a:close/>
                </a:path>
                <a:path w="7493000" h="5608955">
                  <a:moveTo>
                    <a:pt x="4914773" y="60274"/>
                  </a:moveTo>
                  <a:lnTo>
                    <a:pt x="4914443" y="41732"/>
                  </a:lnTo>
                  <a:lnTo>
                    <a:pt x="4857877" y="42722"/>
                  </a:lnTo>
                  <a:lnTo>
                    <a:pt x="4858207" y="61252"/>
                  </a:lnTo>
                  <a:lnTo>
                    <a:pt x="4914773" y="60274"/>
                  </a:lnTo>
                  <a:close/>
                </a:path>
                <a:path w="7493000" h="5608955">
                  <a:moveTo>
                    <a:pt x="4971008" y="40487"/>
                  </a:moveTo>
                  <a:lnTo>
                    <a:pt x="4933302" y="41402"/>
                  </a:lnTo>
                  <a:lnTo>
                    <a:pt x="4971008" y="40741"/>
                  </a:lnTo>
                  <a:lnTo>
                    <a:pt x="4971008" y="40487"/>
                  </a:lnTo>
                  <a:close/>
                </a:path>
                <a:path w="7493000" h="5608955">
                  <a:moveTo>
                    <a:pt x="5010150" y="5524779"/>
                  </a:moveTo>
                  <a:lnTo>
                    <a:pt x="5009820" y="5505704"/>
                  </a:lnTo>
                  <a:lnTo>
                    <a:pt x="4953254" y="5506694"/>
                  </a:lnTo>
                  <a:lnTo>
                    <a:pt x="4953584" y="5525770"/>
                  </a:lnTo>
                  <a:lnTo>
                    <a:pt x="5010150" y="5524779"/>
                  </a:lnTo>
                  <a:close/>
                </a:path>
                <a:path w="7493000" h="5608955">
                  <a:moveTo>
                    <a:pt x="5027904" y="58293"/>
                  </a:moveTo>
                  <a:lnTo>
                    <a:pt x="5027574" y="39751"/>
                  </a:lnTo>
                  <a:lnTo>
                    <a:pt x="4971008" y="40741"/>
                  </a:lnTo>
                  <a:lnTo>
                    <a:pt x="4971339" y="59283"/>
                  </a:lnTo>
                  <a:lnTo>
                    <a:pt x="5027904" y="58293"/>
                  </a:lnTo>
                  <a:close/>
                </a:path>
                <a:path w="7493000" h="5608955">
                  <a:moveTo>
                    <a:pt x="5055768" y="39268"/>
                  </a:moveTo>
                  <a:lnTo>
                    <a:pt x="5027561" y="39243"/>
                  </a:lnTo>
                  <a:lnTo>
                    <a:pt x="5027574" y="39751"/>
                  </a:lnTo>
                  <a:lnTo>
                    <a:pt x="5055768" y="39268"/>
                  </a:lnTo>
                  <a:close/>
                </a:path>
                <a:path w="7493000" h="5608955">
                  <a:moveTo>
                    <a:pt x="5123281" y="5522811"/>
                  </a:moveTo>
                  <a:lnTo>
                    <a:pt x="5122951" y="5503723"/>
                  </a:lnTo>
                  <a:lnTo>
                    <a:pt x="5066385" y="5504713"/>
                  </a:lnTo>
                  <a:lnTo>
                    <a:pt x="5066716" y="5523789"/>
                  </a:lnTo>
                  <a:lnTo>
                    <a:pt x="5123281" y="5522811"/>
                  </a:lnTo>
                  <a:close/>
                </a:path>
                <a:path w="7493000" h="5608955">
                  <a:moveTo>
                    <a:pt x="5141011" y="56324"/>
                  </a:moveTo>
                  <a:lnTo>
                    <a:pt x="5140680" y="37782"/>
                  </a:lnTo>
                  <a:lnTo>
                    <a:pt x="5084115" y="38773"/>
                  </a:lnTo>
                  <a:lnTo>
                    <a:pt x="5084445" y="57302"/>
                  </a:lnTo>
                  <a:lnTo>
                    <a:pt x="5141011" y="56324"/>
                  </a:lnTo>
                  <a:close/>
                </a:path>
                <a:path w="7493000" h="5608955">
                  <a:moveTo>
                    <a:pt x="5197246" y="36664"/>
                  </a:moveTo>
                  <a:lnTo>
                    <a:pt x="5183111" y="37045"/>
                  </a:lnTo>
                  <a:lnTo>
                    <a:pt x="5197246" y="36791"/>
                  </a:lnTo>
                  <a:lnTo>
                    <a:pt x="5197246" y="36664"/>
                  </a:lnTo>
                  <a:close/>
                </a:path>
                <a:path w="7493000" h="5608955">
                  <a:moveTo>
                    <a:pt x="5236388" y="5520829"/>
                  </a:moveTo>
                  <a:lnTo>
                    <a:pt x="5236057" y="5501754"/>
                  </a:lnTo>
                  <a:lnTo>
                    <a:pt x="5179492" y="5502745"/>
                  </a:lnTo>
                  <a:lnTo>
                    <a:pt x="5179822" y="5521820"/>
                  </a:lnTo>
                  <a:lnTo>
                    <a:pt x="5236388" y="5520829"/>
                  </a:lnTo>
                  <a:close/>
                </a:path>
                <a:path w="7493000" h="5608955">
                  <a:moveTo>
                    <a:pt x="5254142" y="54343"/>
                  </a:moveTo>
                  <a:lnTo>
                    <a:pt x="5253812" y="35801"/>
                  </a:lnTo>
                  <a:lnTo>
                    <a:pt x="5197246" y="36791"/>
                  </a:lnTo>
                  <a:lnTo>
                    <a:pt x="5197576" y="55333"/>
                  </a:lnTo>
                  <a:lnTo>
                    <a:pt x="5254142" y="54343"/>
                  </a:lnTo>
                  <a:close/>
                </a:path>
                <a:path w="7493000" h="5608955">
                  <a:moveTo>
                    <a:pt x="5274195" y="35445"/>
                  </a:moveTo>
                  <a:lnTo>
                    <a:pt x="5253812" y="35420"/>
                  </a:lnTo>
                  <a:lnTo>
                    <a:pt x="5253812" y="35801"/>
                  </a:lnTo>
                  <a:lnTo>
                    <a:pt x="5274195" y="35445"/>
                  </a:lnTo>
                  <a:close/>
                </a:path>
                <a:path w="7493000" h="5608955">
                  <a:moveTo>
                    <a:pt x="5349519" y="5518861"/>
                  </a:moveTo>
                  <a:lnTo>
                    <a:pt x="5349189" y="5499773"/>
                  </a:lnTo>
                  <a:lnTo>
                    <a:pt x="5292623" y="5500763"/>
                  </a:lnTo>
                  <a:lnTo>
                    <a:pt x="5292953" y="5519839"/>
                  </a:lnTo>
                  <a:lnTo>
                    <a:pt x="5349519" y="5518861"/>
                  </a:lnTo>
                  <a:close/>
                </a:path>
                <a:path w="7493000" h="5608955">
                  <a:moveTo>
                    <a:pt x="5367248" y="52374"/>
                  </a:moveTo>
                  <a:lnTo>
                    <a:pt x="5366918" y="33832"/>
                  </a:lnTo>
                  <a:lnTo>
                    <a:pt x="5310352" y="34823"/>
                  </a:lnTo>
                  <a:lnTo>
                    <a:pt x="5310683" y="53352"/>
                  </a:lnTo>
                  <a:lnTo>
                    <a:pt x="5367248" y="52374"/>
                  </a:lnTo>
                  <a:close/>
                </a:path>
                <a:path w="7493000" h="5608955">
                  <a:moveTo>
                    <a:pt x="5462625" y="5516880"/>
                  </a:moveTo>
                  <a:lnTo>
                    <a:pt x="5462295" y="5497804"/>
                  </a:lnTo>
                  <a:lnTo>
                    <a:pt x="5405755" y="5498795"/>
                  </a:lnTo>
                  <a:lnTo>
                    <a:pt x="5406085" y="5517870"/>
                  </a:lnTo>
                  <a:lnTo>
                    <a:pt x="5462625" y="5516880"/>
                  </a:lnTo>
                  <a:close/>
                </a:path>
                <a:path w="7493000" h="5608955">
                  <a:moveTo>
                    <a:pt x="5480380" y="50393"/>
                  </a:moveTo>
                  <a:lnTo>
                    <a:pt x="5480050" y="31851"/>
                  </a:lnTo>
                  <a:lnTo>
                    <a:pt x="5423484" y="32842"/>
                  </a:lnTo>
                  <a:lnTo>
                    <a:pt x="5423814" y="51384"/>
                  </a:lnTo>
                  <a:lnTo>
                    <a:pt x="5480380" y="50393"/>
                  </a:lnTo>
                  <a:close/>
                </a:path>
                <a:path w="7493000" h="5608955">
                  <a:moveTo>
                    <a:pt x="5536616" y="30873"/>
                  </a:moveTo>
                  <a:lnTo>
                    <a:pt x="5536603" y="30365"/>
                  </a:lnTo>
                  <a:lnTo>
                    <a:pt x="5480050" y="31470"/>
                  </a:lnTo>
                  <a:lnTo>
                    <a:pt x="5480050" y="31851"/>
                  </a:lnTo>
                  <a:lnTo>
                    <a:pt x="5536616" y="30873"/>
                  </a:lnTo>
                  <a:close/>
                </a:path>
                <a:path w="7493000" h="5608955">
                  <a:moveTo>
                    <a:pt x="5575757" y="5514911"/>
                  </a:moveTo>
                  <a:lnTo>
                    <a:pt x="5575427" y="5495823"/>
                  </a:lnTo>
                  <a:lnTo>
                    <a:pt x="5518861" y="5496814"/>
                  </a:lnTo>
                  <a:lnTo>
                    <a:pt x="5519191" y="5515889"/>
                  </a:lnTo>
                  <a:lnTo>
                    <a:pt x="5575757" y="5514911"/>
                  </a:lnTo>
                  <a:close/>
                </a:path>
                <a:path w="7493000" h="5608955">
                  <a:moveTo>
                    <a:pt x="5593486" y="48425"/>
                  </a:moveTo>
                  <a:lnTo>
                    <a:pt x="5593156" y="29883"/>
                  </a:lnTo>
                  <a:lnTo>
                    <a:pt x="5536616" y="30873"/>
                  </a:lnTo>
                  <a:lnTo>
                    <a:pt x="5536946" y="49403"/>
                  </a:lnTo>
                  <a:lnTo>
                    <a:pt x="5593486" y="48425"/>
                  </a:lnTo>
                  <a:close/>
                </a:path>
                <a:path w="7493000" h="5608955">
                  <a:moveTo>
                    <a:pt x="5688863" y="5512930"/>
                  </a:moveTo>
                  <a:lnTo>
                    <a:pt x="5688533" y="5493855"/>
                  </a:lnTo>
                  <a:lnTo>
                    <a:pt x="5631993" y="5494845"/>
                  </a:lnTo>
                  <a:lnTo>
                    <a:pt x="5632323" y="5513921"/>
                  </a:lnTo>
                  <a:lnTo>
                    <a:pt x="5688863" y="5512930"/>
                  </a:lnTo>
                  <a:close/>
                </a:path>
                <a:path w="7493000" h="5608955">
                  <a:moveTo>
                    <a:pt x="5706618" y="46443"/>
                  </a:moveTo>
                  <a:lnTo>
                    <a:pt x="5706288" y="27901"/>
                  </a:lnTo>
                  <a:lnTo>
                    <a:pt x="5649722" y="28892"/>
                  </a:lnTo>
                  <a:lnTo>
                    <a:pt x="5650052" y="47434"/>
                  </a:lnTo>
                  <a:lnTo>
                    <a:pt x="5706618" y="46443"/>
                  </a:lnTo>
                  <a:close/>
                </a:path>
                <a:path w="7493000" h="5608955">
                  <a:moveTo>
                    <a:pt x="5762853" y="26543"/>
                  </a:moveTo>
                  <a:lnTo>
                    <a:pt x="5706288" y="27774"/>
                  </a:lnTo>
                  <a:lnTo>
                    <a:pt x="5706288" y="27901"/>
                  </a:lnTo>
                  <a:lnTo>
                    <a:pt x="5762853" y="26924"/>
                  </a:lnTo>
                  <a:lnTo>
                    <a:pt x="5762853" y="26543"/>
                  </a:lnTo>
                  <a:close/>
                </a:path>
                <a:path w="7493000" h="5608955">
                  <a:moveTo>
                    <a:pt x="5801995" y="5510962"/>
                  </a:moveTo>
                  <a:lnTo>
                    <a:pt x="5801665" y="5491886"/>
                  </a:lnTo>
                  <a:lnTo>
                    <a:pt x="5745099" y="5492864"/>
                  </a:lnTo>
                  <a:lnTo>
                    <a:pt x="5745429" y="5511939"/>
                  </a:lnTo>
                  <a:lnTo>
                    <a:pt x="5801995" y="5510962"/>
                  </a:lnTo>
                  <a:close/>
                </a:path>
                <a:path w="7493000" h="5608955">
                  <a:moveTo>
                    <a:pt x="5819724" y="44475"/>
                  </a:moveTo>
                  <a:lnTo>
                    <a:pt x="5819394" y="25933"/>
                  </a:lnTo>
                  <a:lnTo>
                    <a:pt x="5762853" y="26924"/>
                  </a:lnTo>
                  <a:lnTo>
                    <a:pt x="5763184" y="45466"/>
                  </a:lnTo>
                  <a:lnTo>
                    <a:pt x="5819724" y="44475"/>
                  </a:lnTo>
                  <a:close/>
                </a:path>
                <a:path w="7493000" h="5608955">
                  <a:moveTo>
                    <a:pt x="5915126" y="5508980"/>
                  </a:moveTo>
                  <a:lnTo>
                    <a:pt x="5914796" y="5489905"/>
                  </a:lnTo>
                  <a:lnTo>
                    <a:pt x="5858230" y="5490896"/>
                  </a:lnTo>
                  <a:lnTo>
                    <a:pt x="5858561" y="5509971"/>
                  </a:lnTo>
                  <a:lnTo>
                    <a:pt x="5915126" y="5508980"/>
                  </a:lnTo>
                  <a:close/>
                </a:path>
                <a:path w="7493000" h="5608955">
                  <a:moveTo>
                    <a:pt x="5932856" y="42494"/>
                  </a:moveTo>
                  <a:lnTo>
                    <a:pt x="5932551" y="25361"/>
                  </a:lnTo>
                  <a:lnTo>
                    <a:pt x="5932525" y="23964"/>
                  </a:lnTo>
                  <a:lnTo>
                    <a:pt x="5875960" y="24955"/>
                  </a:lnTo>
                  <a:lnTo>
                    <a:pt x="5875960" y="25336"/>
                  </a:lnTo>
                  <a:lnTo>
                    <a:pt x="5876290" y="43484"/>
                  </a:lnTo>
                  <a:lnTo>
                    <a:pt x="5932856" y="42494"/>
                  </a:lnTo>
                  <a:close/>
                </a:path>
                <a:path w="7493000" h="5608955">
                  <a:moveTo>
                    <a:pt x="5989091" y="22720"/>
                  </a:moveTo>
                  <a:lnTo>
                    <a:pt x="5951385" y="23634"/>
                  </a:lnTo>
                  <a:lnTo>
                    <a:pt x="5989091" y="22974"/>
                  </a:lnTo>
                  <a:lnTo>
                    <a:pt x="5989091" y="22720"/>
                  </a:lnTo>
                  <a:close/>
                </a:path>
                <a:path w="7493000" h="5608955">
                  <a:moveTo>
                    <a:pt x="6028233" y="5507012"/>
                  </a:moveTo>
                  <a:lnTo>
                    <a:pt x="6027902" y="5487936"/>
                  </a:lnTo>
                  <a:lnTo>
                    <a:pt x="5971337" y="5488914"/>
                  </a:lnTo>
                  <a:lnTo>
                    <a:pt x="5971667" y="5508002"/>
                  </a:lnTo>
                  <a:lnTo>
                    <a:pt x="6028233" y="5507012"/>
                  </a:lnTo>
                  <a:close/>
                </a:path>
                <a:path w="7493000" h="5608955">
                  <a:moveTo>
                    <a:pt x="6045987" y="40525"/>
                  </a:moveTo>
                  <a:lnTo>
                    <a:pt x="6045657" y="21983"/>
                  </a:lnTo>
                  <a:lnTo>
                    <a:pt x="5989091" y="22974"/>
                  </a:lnTo>
                  <a:lnTo>
                    <a:pt x="5989421" y="41516"/>
                  </a:lnTo>
                  <a:lnTo>
                    <a:pt x="6045987" y="40525"/>
                  </a:lnTo>
                  <a:close/>
                </a:path>
                <a:path w="7493000" h="5608955">
                  <a:moveTo>
                    <a:pt x="6072517" y="21513"/>
                  </a:moveTo>
                  <a:lnTo>
                    <a:pt x="6045644" y="21475"/>
                  </a:lnTo>
                  <a:lnTo>
                    <a:pt x="6045657" y="21983"/>
                  </a:lnTo>
                  <a:lnTo>
                    <a:pt x="6072517" y="21513"/>
                  </a:lnTo>
                  <a:close/>
                </a:path>
                <a:path w="7493000" h="5608955">
                  <a:moveTo>
                    <a:pt x="6141364" y="5505031"/>
                  </a:moveTo>
                  <a:lnTo>
                    <a:pt x="6141034" y="5485955"/>
                  </a:lnTo>
                  <a:lnTo>
                    <a:pt x="6084468" y="5486946"/>
                  </a:lnTo>
                  <a:lnTo>
                    <a:pt x="6084798" y="5506021"/>
                  </a:lnTo>
                  <a:lnTo>
                    <a:pt x="6141364" y="5505031"/>
                  </a:lnTo>
                  <a:close/>
                </a:path>
                <a:path w="7493000" h="5608955">
                  <a:moveTo>
                    <a:pt x="6159093" y="38544"/>
                  </a:moveTo>
                  <a:lnTo>
                    <a:pt x="6158763" y="20015"/>
                  </a:lnTo>
                  <a:lnTo>
                    <a:pt x="6102197" y="20993"/>
                  </a:lnTo>
                  <a:lnTo>
                    <a:pt x="6102528" y="39535"/>
                  </a:lnTo>
                  <a:lnTo>
                    <a:pt x="6159093" y="38544"/>
                  </a:lnTo>
                  <a:close/>
                </a:path>
                <a:path w="7493000" h="5608955">
                  <a:moveTo>
                    <a:pt x="6215329" y="18897"/>
                  </a:moveTo>
                  <a:lnTo>
                    <a:pt x="6195479" y="19367"/>
                  </a:lnTo>
                  <a:lnTo>
                    <a:pt x="6215329" y="19024"/>
                  </a:lnTo>
                  <a:lnTo>
                    <a:pt x="6215329" y="18897"/>
                  </a:lnTo>
                  <a:close/>
                </a:path>
                <a:path w="7493000" h="5608955">
                  <a:moveTo>
                    <a:pt x="6254470" y="5503062"/>
                  </a:moveTo>
                  <a:lnTo>
                    <a:pt x="6254140" y="5483987"/>
                  </a:lnTo>
                  <a:lnTo>
                    <a:pt x="6197574" y="5484965"/>
                  </a:lnTo>
                  <a:lnTo>
                    <a:pt x="6197905" y="5504053"/>
                  </a:lnTo>
                  <a:lnTo>
                    <a:pt x="6254470" y="5503062"/>
                  </a:lnTo>
                  <a:close/>
                </a:path>
                <a:path w="7493000" h="5608955">
                  <a:moveTo>
                    <a:pt x="6272225" y="36576"/>
                  </a:moveTo>
                  <a:lnTo>
                    <a:pt x="6271895" y="18034"/>
                  </a:lnTo>
                  <a:lnTo>
                    <a:pt x="6215329" y="19024"/>
                  </a:lnTo>
                  <a:lnTo>
                    <a:pt x="6215659" y="37566"/>
                  </a:lnTo>
                  <a:lnTo>
                    <a:pt x="6272225" y="36576"/>
                  </a:lnTo>
                  <a:close/>
                </a:path>
                <a:path w="7493000" h="5608955">
                  <a:moveTo>
                    <a:pt x="6294958" y="17627"/>
                  </a:moveTo>
                  <a:lnTo>
                    <a:pt x="6271895" y="17653"/>
                  </a:lnTo>
                  <a:lnTo>
                    <a:pt x="6271895" y="18034"/>
                  </a:lnTo>
                  <a:lnTo>
                    <a:pt x="6294958" y="17627"/>
                  </a:lnTo>
                  <a:close/>
                </a:path>
                <a:path w="7493000" h="5608955">
                  <a:moveTo>
                    <a:pt x="6367602" y="5501081"/>
                  </a:moveTo>
                  <a:lnTo>
                    <a:pt x="6367272" y="5482006"/>
                  </a:lnTo>
                  <a:lnTo>
                    <a:pt x="6310706" y="5482996"/>
                  </a:lnTo>
                  <a:lnTo>
                    <a:pt x="6311036" y="5502072"/>
                  </a:lnTo>
                  <a:lnTo>
                    <a:pt x="6367602" y="5501081"/>
                  </a:lnTo>
                  <a:close/>
                </a:path>
                <a:path w="7493000" h="5608955">
                  <a:moveTo>
                    <a:pt x="6385331" y="34594"/>
                  </a:moveTo>
                  <a:lnTo>
                    <a:pt x="6385001" y="16065"/>
                  </a:lnTo>
                  <a:lnTo>
                    <a:pt x="6328435" y="17043"/>
                  </a:lnTo>
                  <a:lnTo>
                    <a:pt x="6328765" y="35585"/>
                  </a:lnTo>
                  <a:lnTo>
                    <a:pt x="6385331" y="34594"/>
                  </a:lnTo>
                  <a:close/>
                </a:path>
                <a:path w="7493000" h="5608955">
                  <a:moveTo>
                    <a:pt x="6480708" y="5499112"/>
                  </a:moveTo>
                  <a:lnTo>
                    <a:pt x="6480378" y="5480037"/>
                  </a:lnTo>
                  <a:lnTo>
                    <a:pt x="6423812" y="5481015"/>
                  </a:lnTo>
                  <a:lnTo>
                    <a:pt x="6424168" y="5500103"/>
                  </a:lnTo>
                  <a:lnTo>
                    <a:pt x="6480708" y="5499112"/>
                  </a:lnTo>
                  <a:close/>
                </a:path>
                <a:path w="7493000" h="5608955">
                  <a:moveTo>
                    <a:pt x="6498463" y="32626"/>
                  </a:moveTo>
                  <a:lnTo>
                    <a:pt x="6498133" y="14084"/>
                  </a:lnTo>
                  <a:lnTo>
                    <a:pt x="6441567" y="15074"/>
                  </a:lnTo>
                  <a:lnTo>
                    <a:pt x="6441897" y="33616"/>
                  </a:lnTo>
                  <a:lnTo>
                    <a:pt x="6498463" y="32626"/>
                  </a:lnTo>
                  <a:close/>
                </a:path>
                <a:path w="7493000" h="5608955">
                  <a:moveTo>
                    <a:pt x="6554698" y="13093"/>
                  </a:moveTo>
                  <a:lnTo>
                    <a:pt x="6554686" y="12585"/>
                  </a:lnTo>
                  <a:lnTo>
                    <a:pt x="6498133" y="13703"/>
                  </a:lnTo>
                  <a:lnTo>
                    <a:pt x="6498133" y="14084"/>
                  </a:lnTo>
                  <a:lnTo>
                    <a:pt x="6554698" y="13093"/>
                  </a:lnTo>
                  <a:close/>
                </a:path>
                <a:path w="7493000" h="5608955">
                  <a:moveTo>
                    <a:pt x="6593840" y="5497131"/>
                  </a:moveTo>
                  <a:lnTo>
                    <a:pt x="6593510" y="5478056"/>
                  </a:lnTo>
                  <a:lnTo>
                    <a:pt x="6536944" y="5479046"/>
                  </a:lnTo>
                  <a:lnTo>
                    <a:pt x="6537274" y="5498122"/>
                  </a:lnTo>
                  <a:lnTo>
                    <a:pt x="6593840" y="5497131"/>
                  </a:lnTo>
                  <a:close/>
                </a:path>
                <a:path w="7493000" h="5608955">
                  <a:moveTo>
                    <a:pt x="6611569" y="30657"/>
                  </a:moveTo>
                  <a:lnTo>
                    <a:pt x="6611239" y="12115"/>
                  </a:lnTo>
                  <a:lnTo>
                    <a:pt x="6554698" y="13093"/>
                  </a:lnTo>
                  <a:lnTo>
                    <a:pt x="6555029" y="31635"/>
                  </a:lnTo>
                  <a:lnTo>
                    <a:pt x="6611569" y="30657"/>
                  </a:lnTo>
                  <a:close/>
                </a:path>
                <a:path w="7493000" h="5608955">
                  <a:moveTo>
                    <a:pt x="6706946" y="5495163"/>
                  </a:moveTo>
                  <a:lnTo>
                    <a:pt x="6706616" y="5476087"/>
                  </a:lnTo>
                  <a:lnTo>
                    <a:pt x="6650075" y="5477065"/>
                  </a:lnTo>
                  <a:lnTo>
                    <a:pt x="6650406" y="5496153"/>
                  </a:lnTo>
                  <a:lnTo>
                    <a:pt x="6706946" y="5495163"/>
                  </a:lnTo>
                  <a:close/>
                </a:path>
                <a:path w="7493000" h="5608955">
                  <a:moveTo>
                    <a:pt x="6724701" y="28676"/>
                  </a:moveTo>
                  <a:lnTo>
                    <a:pt x="6724370" y="10134"/>
                  </a:lnTo>
                  <a:lnTo>
                    <a:pt x="6667805" y="11125"/>
                  </a:lnTo>
                  <a:lnTo>
                    <a:pt x="6668135" y="29667"/>
                  </a:lnTo>
                  <a:lnTo>
                    <a:pt x="6724701" y="28676"/>
                  </a:lnTo>
                  <a:close/>
                </a:path>
                <a:path w="7493000" h="5608955">
                  <a:moveTo>
                    <a:pt x="6780936" y="8775"/>
                  </a:moveTo>
                  <a:lnTo>
                    <a:pt x="6724370" y="10007"/>
                  </a:lnTo>
                  <a:lnTo>
                    <a:pt x="6724370" y="10134"/>
                  </a:lnTo>
                  <a:lnTo>
                    <a:pt x="6780936" y="9156"/>
                  </a:lnTo>
                  <a:lnTo>
                    <a:pt x="6780936" y="8775"/>
                  </a:lnTo>
                  <a:close/>
                </a:path>
                <a:path w="7493000" h="5608955">
                  <a:moveTo>
                    <a:pt x="6820078" y="5493194"/>
                  </a:moveTo>
                  <a:lnTo>
                    <a:pt x="6819747" y="5474106"/>
                  </a:lnTo>
                  <a:lnTo>
                    <a:pt x="6763182" y="5475097"/>
                  </a:lnTo>
                  <a:lnTo>
                    <a:pt x="6763512" y="5494172"/>
                  </a:lnTo>
                  <a:lnTo>
                    <a:pt x="6820078" y="5493194"/>
                  </a:lnTo>
                  <a:close/>
                </a:path>
                <a:path w="7493000" h="5608955">
                  <a:moveTo>
                    <a:pt x="6837807" y="26708"/>
                  </a:moveTo>
                  <a:lnTo>
                    <a:pt x="6837477" y="8166"/>
                  </a:lnTo>
                  <a:lnTo>
                    <a:pt x="6780936" y="9156"/>
                  </a:lnTo>
                  <a:lnTo>
                    <a:pt x="6781266" y="27686"/>
                  </a:lnTo>
                  <a:lnTo>
                    <a:pt x="6837807" y="26708"/>
                  </a:lnTo>
                  <a:close/>
                </a:path>
                <a:path w="7493000" h="5608955">
                  <a:moveTo>
                    <a:pt x="6933184" y="5491213"/>
                  </a:moveTo>
                  <a:lnTo>
                    <a:pt x="6932854" y="5472138"/>
                  </a:lnTo>
                  <a:lnTo>
                    <a:pt x="6876313" y="5473128"/>
                  </a:lnTo>
                  <a:lnTo>
                    <a:pt x="6876643" y="5492204"/>
                  </a:lnTo>
                  <a:lnTo>
                    <a:pt x="6933184" y="5491213"/>
                  </a:lnTo>
                  <a:close/>
                </a:path>
                <a:path w="7493000" h="5608955">
                  <a:moveTo>
                    <a:pt x="6950938" y="24726"/>
                  </a:moveTo>
                  <a:lnTo>
                    <a:pt x="6950608" y="6184"/>
                  </a:lnTo>
                  <a:lnTo>
                    <a:pt x="6894042" y="7175"/>
                  </a:lnTo>
                  <a:lnTo>
                    <a:pt x="6894373" y="25717"/>
                  </a:lnTo>
                  <a:lnTo>
                    <a:pt x="6950938" y="24726"/>
                  </a:lnTo>
                  <a:close/>
                </a:path>
                <a:path w="7493000" h="5608955">
                  <a:moveTo>
                    <a:pt x="7007174" y="4953"/>
                  </a:moveTo>
                  <a:lnTo>
                    <a:pt x="6950608" y="6184"/>
                  </a:lnTo>
                  <a:lnTo>
                    <a:pt x="7007174" y="5207"/>
                  </a:lnTo>
                  <a:lnTo>
                    <a:pt x="7007174" y="4953"/>
                  </a:lnTo>
                  <a:close/>
                </a:path>
                <a:path w="7493000" h="5608955">
                  <a:moveTo>
                    <a:pt x="7046315" y="5489245"/>
                  </a:moveTo>
                  <a:lnTo>
                    <a:pt x="7045985" y="5470156"/>
                  </a:lnTo>
                  <a:lnTo>
                    <a:pt x="6989419" y="5471147"/>
                  </a:lnTo>
                  <a:lnTo>
                    <a:pt x="6989750" y="5490222"/>
                  </a:lnTo>
                  <a:lnTo>
                    <a:pt x="7046315" y="5489245"/>
                  </a:lnTo>
                  <a:close/>
                </a:path>
                <a:path w="7493000" h="5608955">
                  <a:moveTo>
                    <a:pt x="7064057" y="22758"/>
                  </a:moveTo>
                  <a:lnTo>
                    <a:pt x="7063740" y="4216"/>
                  </a:lnTo>
                  <a:lnTo>
                    <a:pt x="7007174" y="5207"/>
                  </a:lnTo>
                  <a:lnTo>
                    <a:pt x="7007504" y="23736"/>
                  </a:lnTo>
                  <a:lnTo>
                    <a:pt x="7064057" y="22758"/>
                  </a:lnTo>
                  <a:close/>
                </a:path>
                <a:path w="7493000" h="5608955">
                  <a:moveTo>
                    <a:pt x="7093534" y="3695"/>
                  </a:moveTo>
                  <a:lnTo>
                    <a:pt x="7063727" y="3708"/>
                  </a:lnTo>
                  <a:lnTo>
                    <a:pt x="7063740" y="4216"/>
                  </a:lnTo>
                  <a:lnTo>
                    <a:pt x="7093534" y="3695"/>
                  </a:lnTo>
                  <a:close/>
                </a:path>
                <a:path w="7493000" h="5608955">
                  <a:moveTo>
                    <a:pt x="7159447" y="5487263"/>
                  </a:moveTo>
                  <a:lnTo>
                    <a:pt x="7159117" y="5468188"/>
                  </a:lnTo>
                  <a:lnTo>
                    <a:pt x="7102551" y="5469179"/>
                  </a:lnTo>
                  <a:lnTo>
                    <a:pt x="7102881" y="5488254"/>
                  </a:lnTo>
                  <a:lnTo>
                    <a:pt x="7159447" y="5487263"/>
                  </a:lnTo>
                  <a:close/>
                </a:path>
                <a:path w="7493000" h="5608955">
                  <a:moveTo>
                    <a:pt x="7177176" y="20777"/>
                  </a:moveTo>
                  <a:lnTo>
                    <a:pt x="7176846" y="2235"/>
                  </a:lnTo>
                  <a:lnTo>
                    <a:pt x="7120280" y="3225"/>
                  </a:lnTo>
                  <a:lnTo>
                    <a:pt x="7120610" y="21767"/>
                  </a:lnTo>
                  <a:lnTo>
                    <a:pt x="7177176" y="20777"/>
                  </a:lnTo>
                  <a:close/>
                </a:path>
                <a:path w="7493000" h="5608955">
                  <a:moveTo>
                    <a:pt x="7233412" y="1130"/>
                  </a:moveTo>
                  <a:lnTo>
                    <a:pt x="7209688" y="1663"/>
                  </a:lnTo>
                  <a:lnTo>
                    <a:pt x="7233412" y="1257"/>
                  </a:lnTo>
                  <a:lnTo>
                    <a:pt x="7233412" y="1130"/>
                  </a:lnTo>
                  <a:close/>
                </a:path>
                <a:path w="7493000" h="5608955">
                  <a:moveTo>
                    <a:pt x="7272553" y="5485295"/>
                  </a:moveTo>
                  <a:lnTo>
                    <a:pt x="7272223" y="5466207"/>
                  </a:lnTo>
                  <a:lnTo>
                    <a:pt x="7215657" y="5467197"/>
                  </a:lnTo>
                  <a:lnTo>
                    <a:pt x="7215987" y="5486273"/>
                  </a:lnTo>
                  <a:lnTo>
                    <a:pt x="7272553" y="5485295"/>
                  </a:lnTo>
                  <a:close/>
                </a:path>
                <a:path w="7493000" h="5608955">
                  <a:moveTo>
                    <a:pt x="7290308" y="18808"/>
                  </a:moveTo>
                  <a:lnTo>
                    <a:pt x="7289978" y="266"/>
                  </a:lnTo>
                  <a:lnTo>
                    <a:pt x="7233412" y="1257"/>
                  </a:lnTo>
                  <a:lnTo>
                    <a:pt x="7233742" y="19786"/>
                  </a:lnTo>
                  <a:lnTo>
                    <a:pt x="7290308" y="18808"/>
                  </a:lnTo>
                  <a:close/>
                </a:path>
                <a:path w="7493000" h="5608955">
                  <a:moveTo>
                    <a:pt x="7305014" y="0"/>
                  </a:moveTo>
                  <a:lnTo>
                    <a:pt x="7289978" y="12"/>
                  </a:lnTo>
                  <a:lnTo>
                    <a:pt x="7289978" y="266"/>
                  </a:lnTo>
                  <a:lnTo>
                    <a:pt x="7305014" y="0"/>
                  </a:lnTo>
                  <a:close/>
                </a:path>
                <a:path w="7493000" h="5608955">
                  <a:moveTo>
                    <a:pt x="7376985" y="21107"/>
                  </a:moveTo>
                  <a:lnTo>
                    <a:pt x="7376655" y="20599"/>
                  </a:lnTo>
                  <a:lnTo>
                    <a:pt x="7352144" y="4648"/>
                  </a:lnTo>
                  <a:lnTo>
                    <a:pt x="7349299" y="4051"/>
                  </a:lnTo>
                  <a:lnTo>
                    <a:pt x="7349249" y="4178"/>
                  </a:lnTo>
                  <a:lnTo>
                    <a:pt x="7342962" y="21945"/>
                  </a:lnTo>
                  <a:lnTo>
                    <a:pt x="7345058" y="22288"/>
                  </a:lnTo>
                  <a:lnTo>
                    <a:pt x="7363434" y="34290"/>
                  </a:lnTo>
                  <a:lnTo>
                    <a:pt x="7363866" y="34671"/>
                  </a:lnTo>
                  <a:lnTo>
                    <a:pt x="7376985" y="21107"/>
                  </a:lnTo>
                  <a:close/>
                </a:path>
                <a:path w="7493000" h="5608955">
                  <a:moveTo>
                    <a:pt x="7377011" y="51663"/>
                  </a:moveTo>
                  <a:lnTo>
                    <a:pt x="7376020" y="51689"/>
                  </a:lnTo>
                  <a:lnTo>
                    <a:pt x="7374560" y="49606"/>
                  </a:lnTo>
                  <a:lnTo>
                    <a:pt x="7323683" y="78003"/>
                  </a:lnTo>
                  <a:lnTo>
                    <a:pt x="7377011" y="51663"/>
                  </a:lnTo>
                  <a:close/>
                </a:path>
                <a:path w="7493000" h="5608955">
                  <a:moveTo>
                    <a:pt x="7385685" y="5483314"/>
                  </a:moveTo>
                  <a:lnTo>
                    <a:pt x="7385355" y="5464238"/>
                  </a:lnTo>
                  <a:lnTo>
                    <a:pt x="7328789" y="5465229"/>
                  </a:lnTo>
                  <a:lnTo>
                    <a:pt x="7329119" y="5484304"/>
                  </a:lnTo>
                  <a:lnTo>
                    <a:pt x="7385685" y="5483314"/>
                  </a:lnTo>
                  <a:close/>
                </a:path>
                <a:path w="7493000" h="5608955">
                  <a:moveTo>
                    <a:pt x="7388504" y="508596"/>
                  </a:moveTo>
                  <a:lnTo>
                    <a:pt x="7388288" y="508736"/>
                  </a:lnTo>
                  <a:lnTo>
                    <a:pt x="7388504" y="508736"/>
                  </a:lnTo>
                  <a:lnTo>
                    <a:pt x="7388504" y="508596"/>
                  </a:lnTo>
                  <a:close/>
                </a:path>
                <a:path w="7493000" h="5608955">
                  <a:moveTo>
                    <a:pt x="7393343" y="38684"/>
                  </a:moveTo>
                  <a:lnTo>
                    <a:pt x="7380567" y="26200"/>
                  </a:lnTo>
                  <a:lnTo>
                    <a:pt x="7323683" y="78003"/>
                  </a:lnTo>
                  <a:lnTo>
                    <a:pt x="7367244" y="39141"/>
                  </a:lnTo>
                  <a:lnTo>
                    <a:pt x="7393343" y="38684"/>
                  </a:lnTo>
                  <a:close/>
                </a:path>
                <a:path w="7493000" h="5608955">
                  <a:moveTo>
                    <a:pt x="7394143" y="38671"/>
                  </a:moveTo>
                  <a:lnTo>
                    <a:pt x="7367244" y="39141"/>
                  </a:lnTo>
                  <a:lnTo>
                    <a:pt x="7374560" y="49606"/>
                  </a:lnTo>
                  <a:lnTo>
                    <a:pt x="7394143" y="38671"/>
                  </a:lnTo>
                  <a:close/>
                </a:path>
                <a:path w="7493000" h="5608955">
                  <a:moveTo>
                    <a:pt x="7401407" y="165557"/>
                  </a:moveTo>
                  <a:lnTo>
                    <a:pt x="7400290" y="102069"/>
                  </a:lnTo>
                  <a:lnTo>
                    <a:pt x="7381418" y="102400"/>
                  </a:lnTo>
                  <a:lnTo>
                    <a:pt x="7382523" y="165887"/>
                  </a:lnTo>
                  <a:lnTo>
                    <a:pt x="7401407" y="165557"/>
                  </a:lnTo>
                  <a:close/>
                </a:path>
                <a:path w="7493000" h="5608955">
                  <a:moveTo>
                    <a:pt x="7403401" y="279844"/>
                  </a:moveTo>
                  <a:lnTo>
                    <a:pt x="7402284" y="216357"/>
                  </a:lnTo>
                  <a:lnTo>
                    <a:pt x="7383412" y="216687"/>
                  </a:lnTo>
                  <a:lnTo>
                    <a:pt x="7384516" y="280174"/>
                  </a:lnTo>
                  <a:lnTo>
                    <a:pt x="7403401" y="279844"/>
                  </a:lnTo>
                  <a:close/>
                </a:path>
                <a:path w="7493000" h="5608955">
                  <a:moveTo>
                    <a:pt x="7405395" y="394131"/>
                  </a:moveTo>
                  <a:lnTo>
                    <a:pt x="7404290" y="330631"/>
                  </a:lnTo>
                  <a:lnTo>
                    <a:pt x="7385405" y="330962"/>
                  </a:lnTo>
                  <a:lnTo>
                    <a:pt x="7386510" y="394462"/>
                  </a:lnTo>
                  <a:lnTo>
                    <a:pt x="7405395" y="394131"/>
                  </a:lnTo>
                  <a:close/>
                </a:path>
                <a:path w="7493000" h="5608955">
                  <a:moveTo>
                    <a:pt x="7407326" y="495604"/>
                  </a:moveTo>
                  <a:lnTo>
                    <a:pt x="7407173" y="495604"/>
                  </a:lnTo>
                  <a:lnTo>
                    <a:pt x="7406284" y="444919"/>
                  </a:lnTo>
                  <a:lnTo>
                    <a:pt x="7387399" y="445249"/>
                  </a:lnTo>
                  <a:lnTo>
                    <a:pt x="7388504" y="508596"/>
                  </a:lnTo>
                  <a:lnTo>
                    <a:pt x="7407326" y="495604"/>
                  </a:lnTo>
                  <a:close/>
                </a:path>
                <a:path w="7493000" h="5608955">
                  <a:moveTo>
                    <a:pt x="7409167" y="609993"/>
                  </a:moveTo>
                  <a:lnTo>
                    <a:pt x="7408291" y="559206"/>
                  </a:lnTo>
                  <a:lnTo>
                    <a:pt x="7389393" y="559536"/>
                  </a:lnTo>
                  <a:lnTo>
                    <a:pt x="7390282" y="610323"/>
                  </a:lnTo>
                  <a:lnTo>
                    <a:pt x="7409167" y="609993"/>
                  </a:lnTo>
                  <a:close/>
                </a:path>
                <a:path w="7493000" h="5608955">
                  <a:moveTo>
                    <a:pt x="7410285" y="673481"/>
                  </a:moveTo>
                  <a:lnTo>
                    <a:pt x="7409332" y="609993"/>
                  </a:lnTo>
                  <a:lnTo>
                    <a:pt x="7409167" y="609993"/>
                  </a:lnTo>
                  <a:lnTo>
                    <a:pt x="7410285" y="673481"/>
                  </a:lnTo>
                  <a:close/>
                </a:path>
                <a:path w="7493000" h="5608955">
                  <a:moveTo>
                    <a:pt x="7411174" y="724281"/>
                  </a:moveTo>
                  <a:lnTo>
                    <a:pt x="7410285" y="673481"/>
                  </a:lnTo>
                  <a:lnTo>
                    <a:pt x="7391387" y="673811"/>
                  </a:lnTo>
                  <a:lnTo>
                    <a:pt x="7392238" y="724611"/>
                  </a:lnTo>
                  <a:lnTo>
                    <a:pt x="7411174" y="724281"/>
                  </a:lnTo>
                  <a:close/>
                </a:path>
                <a:path w="7493000" h="5608955">
                  <a:moveTo>
                    <a:pt x="7412228" y="1867433"/>
                  </a:moveTo>
                  <a:lnTo>
                    <a:pt x="7412215" y="1867293"/>
                  </a:lnTo>
                  <a:lnTo>
                    <a:pt x="7412012" y="1867433"/>
                  </a:lnTo>
                  <a:lnTo>
                    <a:pt x="7412228" y="1867433"/>
                  </a:lnTo>
                  <a:close/>
                </a:path>
                <a:path w="7493000" h="5608955">
                  <a:moveTo>
                    <a:pt x="7413168" y="838555"/>
                  </a:moveTo>
                  <a:lnTo>
                    <a:pt x="7412279" y="787768"/>
                  </a:lnTo>
                  <a:lnTo>
                    <a:pt x="7393381" y="788098"/>
                  </a:lnTo>
                  <a:lnTo>
                    <a:pt x="7394219" y="838885"/>
                  </a:lnTo>
                  <a:lnTo>
                    <a:pt x="7413168" y="838555"/>
                  </a:lnTo>
                  <a:close/>
                </a:path>
                <a:path w="7493000" h="5608955">
                  <a:moveTo>
                    <a:pt x="7415174" y="952842"/>
                  </a:moveTo>
                  <a:lnTo>
                    <a:pt x="7414285" y="902042"/>
                  </a:lnTo>
                  <a:lnTo>
                    <a:pt x="7395375" y="902373"/>
                  </a:lnTo>
                  <a:lnTo>
                    <a:pt x="7396200" y="953173"/>
                  </a:lnTo>
                  <a:lnTo>
                    <a:pt x="7415174" y="952842"/>
                  </a:lnTo>
                  <a:close/>
                </a:path>
                <a:path w="7493000" h="5608955">
                  <a:moveTo>
                    <a:pt x="7417168" y="1067117"/>
                  </a:moveTo>
                  <a:lnTo>
                    <a:pt x="7416279" y="1016330"/>
                  </a:lnTo>
                  <a:lnTo>
                    <a:pt x="7397369" y="1016660"/>
                  </a:lnTo>
                  <a:lnTo>
                    <a:pt x="7398169" y="1067460"/>
                  </a:lnTo>
                  <a:lnTo>
                    <a:pt x="7417168" y="1067117"/>
                  </a:lnTo>
                  <a:close/>
                </a:path>
                <a:path w="7493000" h="5608955">
                  <a:moveTo>
                    <a:pt x="7419162" y="1181404"/>
                  </a:moveTo>
                  <a:lnTo>
                    <a:pt x="7418273" y="1130617"/>
                  </a:lnTo>
                  <a:lnTo>
                    <a:pt x="7399363" y="1130947"/>
                  </a:lnTo>
                  <a:lnTo>
                    <a:pt x="7400252" y="1181735"/>
                  </a:lnTo>
                  <a:lnTo>
                    <a:pt x="7419162" y="1181404"/>
                  </a:lnTo>
                  <a:close/>
                </a:path>
                <a:path w="7493000" h="5608955">
                  <a:moveTo>
                    <a:pt x="7421169" y="1295692"/>
                  </a:moveTo>
                  <a:lnTo>
                    <a:pt x="7420051" y="1232192"/>
                  </a:lnTo>
                  <a:lnTo>
                    <a:pt x="7401141" y="1232522"/>
                  </a:lnTo>
                  <a:lnTo>
                    <a:pt x="7402246" y="1296022"/>
                  </a:lnTo>
                  <a:lnTo>
                    <a:pt x="7421169" y="1295692"/>
                  </a:lnTo>
                  <a:close/>
                </a:path>
                <a:path w="7493000" h="5608955">
                  <a:moveTo>
                    <a:pt x="7423163" y="1409966"/>
                  </a:moveTo>
                  <a:lnTo>
                    <a:pt x="7422058" y="1346479"/>
                  </a:lnTo>
                  <a:lnTo>
                    <a:pt x="7403135" y="1346809"/>
                  </a:lnTo>
                  <a:lnTo>
                    <a:pt x="7404240" y="1410296"/>
                  </a:lnTo>
                  <a:lnTo>
                    <a:pt x="7423163" y="1409966"/>
                  </a:lnTo>
                  <a:close/>
                </a:path>
                <a:path w="7493000" h="5608955">
                  <a:moveTo>
                    <a:pt x="7425283" y="1524254"/>
                  </a:moveTo>
                  <a:lnTo>
                    <a:pt x="7424445" y="1481201"/>
                  </a:lnTo>
                  <a:lnTo>
                    <a:pt x="7424052" y="1460766"/>
                  </a:lnTo>
                  <a:lnTo>
                    <a:pt x="7405129" y="1461096"/>
                  </a:lnTo>
                  <a:lnTo>
                    <a:pt x="7406233" y="1524584"/>
                  </a:lnTo>
                  <a:lnTo>
                    <a:pt x="7425283" y="1524254"/>
                  </a:lnTo>
                  <a:close/>
                </a:path>
                <a:path w="7493000" h="5608955">
                  <a:moveTo>
                    <a:pt x="7427277" y="1638528"/>
                  </a:moveTo>
                  <a:lnTo>
                    <a:pt x="7426172" y="1575041"/>
                  </a:lnTo>
                  <a:lnTo>
                    <a:pt x="7407122" y="1575371"/>
                  </a:lnTo>
                  <a:lnTo>
                    <a:pt x="7408227" y="1638871"/>
                  </a:lnTo>
                  <a:lnTo>
                    <a:pt x="7427277" y="1638528"/>
                  </a:lnTo>
                  <a:close/>
                </a:path>
                <a:path w="7493000" h="5608955">
                  <a:moveTo>
                    <a:pt x="7429271" y="1752815"/>
                  </a:moveTo>
                  <a:lnTo>
                    <a:pt x="7428166" y="1689328"/>
                  </a:lnTo>
                  <a:lnTo>
                    <a:pt x="7409116" y="1689658"/>
                  </a:lnTo>
                  <a:lnTo>
                    <a:pt x="7410234" y="1753146"/>
                  </a:lnTo>
                  <a:lnTo>
                    <a:pt x="7429271" y="1752815"/>
                  </a:lnTo>
                  <a:close/>
                </a:path>
                <a:path w="7493000" h="5608955">
                  <a:moveTo>
                    <a:pt x="7431049" y="1854403"/>
                  </a:moveTo>
                  <a:lnTo>
                    <a:pt x="7430160" y="1803603"/>
                  </a:lnTo>
                  <a:lnTo>
                    <a:pt x="7411110" y="1803946"/>
                  </a:lnTo>
                  <a:lnTo>
                    <a:pt x="7412215" y="1867293"/>
                  </a:lnTo>
                  <a:lnTo>
                    <a:pt x="7431049" y="1854403"/>
                  </a:lnTo>
                  <a:close/>
                </a:path>
                <a:path w="7493000" h="5608955">
                  <a:moveTo>
                    <a:pt x="7433043" y="1968677"/>
                  </a:moveTo>
                  <a:lnTo>
                    <a:pt x="7432154" y="1917890"/>
                  </a:lnTo>
                  <a:lnTo>
                    <a:pt x="7413104" y="1918220"/>
                  </a:lnTo>
                  <a:lnTo>
                    <a:pt x="7413993" y="1969020"/>
                  </a:lnTo>
                  <a:lnTo>
                    <a:pt x="7433043" y="1968677"/>
                  </a:lnTo>
                  <a:close/>
                </a:path>
                <a:path w="7493000" h="5608955">
                  <a:moveTo>
                    <a:pt x="7435037" y="2082965"/>
                  </a:moveTo>
                  <a:lnTo>
                    <a:pt x="7434148" y="2032177"/>
                  </a:lnTo>
                  <a:lnTo>
                    <a:pt x="7415098" y="2032508"/>
                  </a:lnTo>
                  <a:lnTo>
                    <a:pt x="7415962" y="2083295"/>
                  </a:lnTo>
                  <a:lnTo>
                    <a:pt x="7435037" y="2082965"/>
                  </a:lnTo>
                  <a:close/>
                </a:path>
                <a:path w="7493000" h="5608955">
                  <a:moveTo>
                    <a:pt x="7437031" y="2197252"/>
                  </a:moveTo>
                  <a:lnTo>
                    <a:pt x="7436142" y="2146452"/>
                  </a:lnTo>
                  <a:lnTo>
                    <a:pt x="7417105" y="2146795"/>
                  </a:lnTo>
                  <a:lnTo>
                    <a:pt x="7417930" y="2197582"/>
                  </a:lnTo>
                  <a:lnTo>
                    <a:pt x="7437031" y="2197252"/>
                  </a:lnTo>
                  <a:close/>
                </a:path>
                <a:path w="7493000" h="5608955">
                  <a:moveTo>
                    <a:pt x="7439025" y="2311527"/>
                  </a:moveTo>
                  <a:lnTo>
                    <a:pt x="7438136" y="2260739"/>
                  </a:lnTo>
                  <a:lnTo>
                    <a:pt x="7419099" y="2261070"/>
                  </a:lnTo>
                  <a:lnTo>
                    <a:pt x="7419911" y="2311870"/>
                  </a:lnTo>
                  <a:lnTo>
                    <a:pt x="7439025" y="2311527"/>
                  </a:lnTo>
                  <a:close/>
                </a:path>
                <a:path w="7493000" h="5608955">
                  <a:moveTo>
                    <a:pt x="7441019" y="2425814"/>
                  </a:moveTo>
                  <a:lnTo>
                    <a:pt x="7440130" y="2375027"/>
                  </a:lnTo>
                  <a:lnTo>
                    <a:pt x="7421092" y="2375357"/>
                  </a:lnTo>
                  <a:lnTo>
                    <a:pt x="7421893" y="2426144"/>
                  </a:lnTo>
                  <a:lnTo>
                    <a:pt x="7441019" y="2425814"/>
                  </a:lnTo>
                  <a:close/>
                </a:path>
                <a:path w="7493000" h="5608955">
                  <a:moveTo>
                    <a:pt x="7443013" y="2540101"/>
                  </a:moveTo>
                  <a:lnTo>
                    <a:pt x="7442136" y="2489301"/>
                  </a:lnTo>
                  <a:lnTo>
                    <a:pt x="7423086" y="2489631"/>
                  </a:lnTo>
                  <a:lnTo>
                    <a:pt x="7423975" y="2540431"/>
                  </a:lnTo>
                  <a:lnTo>
                    <a:pt x="7443013" y="2540101"/>
                  </a:lnTo>
                  <a:close/>
                </a:path>
                <a:path w="7493000" h="5608955">
                  <a:moveTo>
                    <a:pt x="7445007" y="2654376"/>
                  </a:moveTo>
                  <a:lnTo>
                    <a:pt x="7443902" y="2590889"/>
                  </a:lnTo>
                  <a:lnTo>
                    <a:pt x="7424852" y="2591219"/>
                  </a:lnTo>
                  <a:lnTo>
                    <a:pt x="7425969" y="2654706"/>
                  </a:lnTo>
                  <a:lnTo>
                    <a:pt x="7445007" y="2654376"/>
                  </a:lnTo>
                  <a:close/>
                </a:path>
                <a:path w="7493000" h="5608955">
                  <a:moveTo>
                    <a:pt x="7447000" y="2768663"/>
                  </a:moveTo>
                  <a:lnTo>
                    <a:pt x="7445896" y="2705176"/>
                  </a:lnTo>
                  <a:lnTo>
                    <a:pt x="7426846" y="2705506"/>
                  </a:lnTo>
                  <a:lnTo>
                    <a:pt x="7427963" y="2768993"/>
                  </a:lnTo>
                  <a:lnTo>
                    <a:pt x="7447000" y="2768663"/>
                  </a:lnTo>
                  <a:close/>
                </a:path>
                <a:path w="7493000" h="5608955">
                  <a:moveTo>
                    <a:pt x="7449007" y="2882950"/>
                  </a:moveTo>
                  <a:lnTo>
                    <a:pt x="7447889" y="2819450"/>
                  </a:lnTo>
                  <a:lnTo>
                    <a:pt x="7428839" y="2819781"/>
                  </a:lnTo>
                  <a:lnTo>
                    <a:pt x="7429957" y="2883281"/>
                  </a:lnTo>
                  <a:lnTo>
                    <a:pt x="7449007" y="2882950"/>
                  </a:lnTo>
                  <a:close/>
                </a:path>
                <a:path w="7493000" h="5608955">
                  <a:moveTo>
                    <a:pt x="7451001" y="2997225"/>
                  </a:moveTo>
                  <a:lnTo>
                    <a:pt x="7449883" y="2933738"/>
                  </a:lnTo>
                  <a:lnTo>
                    <a:pt x="7430846" y="2934068"/>
                  </a:lnTo>
                  <a:lnTo>
                    <a:pt x="7431951" y="2997555"/>
                  </a:lnTo>
                  <a:lnTo>
                    <a:pt x="7451001" y="2997225"/>
                  </a:lnTo>
                  <a:close/>
                </a:path>
                <a:path w="7493000" h="5608955">
                  <a:moveTo>
                    <a:pt x="7452995" y="3111512"/>
                  </a:moveTo>
                  <a:lnTo>
                    <a:pt x="7451877" y="3048025"/>
                  </a:lnTo>
                  <a:lnTo>
                    <a:pt x="7432840" y="3048355"/>
                  </a:lnTo>
                  <a:lnTo>
                    <a:pt x="7433945" y="3111843"/>
                  </a:lnTo>
                  <a:lnTo>
                    <a:pt x="7452995" y="3111512"/>
                  </a:lnTo>
                  <a:close/>
                </a:path>
                <a:path w="7493000" h="5608955">
                  <a:moveTo>
                    <a:pt x="7455878" y="3276587"/>
                  </a:moveTo>
                  <a:lnTo>
                    <a:pt x="7453871" y="3162300"/>
                  </a:lnTo>
                  <a:lnTo>
                    <a:pt x="7434834" y="3162630"/>
                  </a:lnTo>
                  <a:lnTo>
                    <a:pt x="7435939" y="3226130"/>
                  </a:lnTo>
                  <a:lnTo>
                    <a:pt x="7454760" y="3225800"/>
                  </a:lnTo>
                  <a:lnTo>
                    <a:pt x="7455878" y="3276587"/>
                  </a:lnTo>
                  <a:close/>
                </a:path>
                <a:path w="7493000" h="5608955">
                  <a:moveTo>
                    <a:pt x="7456754" y="5439575"/>
                  </a:moveTo>
                  <a:lnTo>
                    <a:pt x="7416724" y="5411190"/>
                  </a:lnTo>
                  <a:lnTo>
                    <a:pt x="7454379" y="5448643"/>
                  </a:lnTo>
                  <a:lnTo>
                    <a:pt x="7456754" y="5439575"/>
                  </a:lnTo>
                  <a:close/>
                </a:path>
                <a:path w="7493000" h="5608955">
                  <a:moveTo>
                    <a:pt x="7456754" y="3327374"/>
                  </a:moveTo>
                  <a:lnTo>
                    <a:pt x="7455878" y="3276587"/>
                  </a:lnTo>
                  <a:lnTo>
                    <a:pt x="7436828" y="3276917"/>
                  </a:lnTo>
                  <a:lnTo>
                    <a:pt x="7437717" y="3327704"/>
                  </a:lnTo>
                  <a:lnTo>
                    <a:pt x="7456754" y="3327374"/>
                  </a:lnTo>
                  <a:close/>
                </a:path>
                <a:path w="7493000" h="5608955">
                  <a:moveTo>
                    <a:pt x="7458748" y="3441662"/>
                  </a:moveTo>
                  <a:lnTo>
                    <a:pt x="7457872" y="3390862"/>
                  </a:lnTo>
                  <a:lnTo>
                    <a:pt x="7438822" y="3391204"/>
                  </a:lnTo>
                  <a:lnTo>
                    <a:pt x="7439673" y="3441992"/>
                  </a:lnTo>
                  <a:lnTo>
                    <a:pt x="7458748" y="3441662"/>
                  </a:lnTo>
                  <a:close/>
                </a:path>
                <a:path w="7493000" h="5608955">
                  <a:moveTo>
                    <a:pt x="7460742" y="3555936"/>
                  </a:moveTo>
                  <a:lnTo>
                    <a:pt x="7459866" y="3505149"/>
                  </a:lnTo>
                  <a:lnTo>
                    <a:pt x="7440816" y="3505479"/>
                  </a:lnTo>
                  <a:lnTo>
                    <a:pt x="7441654" y="3556279"/>
                  </a:lnTo>
                  <a:lnTo>
                    <a:pt x="7460742" y="3555936"/>
                  </a:lnTo>
                  <a:close/>
                </a:path>
                <a:path w="7493000" h="5608955">
                  <a:moveTo>
                    <a:pt x="7462748" y="3670223"/>
                  </a:moveTo>
                  <a:lnTo>
                    <a:pt x="7461859" y="3619436"/>
                  </a:lnTo>
                  <a:lnTo>
                    <a:pt x="7442809" y="3619766"/>
                  </a:lnTo>
                  <a:lnTo>
                    <a:pt x="7443635" y="3670554"/>
                  </a:lnTo>
                  <a:lnTo>
                    <a:pt x="7462748" y="3670223"/>
                  </a:lnTo>
                  <a:close/>
                </a:path>
                <a:path w="7493000" h="5608955">
                  <a:moveTo>
                    <a:pt x="7464742" y="3784511"/>
                  </a:moveTo>
                  <a:lnTo>
                    <a:pt x="7462748" y="3670223"/>
                  </a:lnTo>
                  <a:lnTo>
                    <a:pt x="7463663" y="3733723"/>
                  </a:lnTo>
                  <a:lnTo>
                    <a:pt x="7444803" y="3734041"/>
                  </a:lnTo>
                  <a:lnTo>
                    <a:pt x="7445603" y="3784841"/>
                  </a:lnTo>
                  <a:lnTo>
                    <a:pt x="7464742" y="3784511"/>
                  </a:lnTo>
                  <a:close/>
                </a:path>
                <a:path w="7493000" h="5608955">
                  <a:moveTo>
                    <a:pt x="7465568" y="5423039"/>
                  </a:moveTo>
                  <a:lnTo>
                    <a:pt x="7416724" y="5411190"/>
                  </a:lnTo>
                  <a:lnTo>
                    <a:pt x="7462698" y="5427751"/>
                  </a:lnTo>
                  <a:lnTo>
                    <a:pt x="7465568" y="5423039"/>
                  </a:lnTo>
                  <a:close/>
                </a:path>
                <a:path w="7493000" h="5608955">
                  <a:moveTo>
                    <a:pt x="7466736" y="3898785"/>
                  </a:moveTo>
                  <a:lnTo>
                    <a:pt x="7464742" y="3784511"/>
                  </a:lnTo>
                  <a:lnTo>
                    <a:pt x="7465631" y="3847998"/>
                  </a:lnTo>
                  <a:lnTo>
                    <a:pt x="7446797" y="3848328"/>
                  </a:lnTo>
                  <a:lnTo>
                    <a:pt x="7447686" y="3899128"/>
                  </a:lnTo>
                  <a:lnTo>
                    <a:pt x="7466736" y="3898785"/>
                  </a:lnTo>
                  <a:close/>
                </a:path>
                <a:path w="7493000" h="5608955">
                  <a:moveTo>
                    <a:pt x="7468730" y="4013073"/>
                  </a:moveTo>
                  <a:lnTo>
                    <a:pt x="7467613" y="3949585"/>
                  </a:lnTo>
                  <a:lnTo>
                    <a:pt x="7448575" y="3949916"/>
                  </a:lnTo>
                  <a:lnTo>
                    <a:pt x="7449680" y="4013403"/>
                  </a:lnTo>
                  <a:lnTo>
                    <a:pt x="7468730" y="4013073"/>
                  </a:lnTo>
                  <a:close/>
                </a:path>
                <a:path w="7493000" h="5608955">
                  <a:moveTo>
                    <a:pt x="7470724" y="4127360"/>
                  </a:moveTo>
                  <a:lnTo>
                    <a:pt x="7469619" y="4063860"/>
                  </a:lnTo>
                  <a:lnTo>
                    <a:pt x="7450569" y="4064203"/>
                  </a:lnTo>
                  <a:lnTo>
                    <a:pt x="7451674" y="4127690"/>
                  </a:lnTo>
                  <a:lnTo>
                    <a:pt x="7470724" y="4127360"/>
                  </a:lnTo>
                  <a:close/>
                </a:path>
                <a:path w="7493000" h="5608955">
                  <a:moveTo>
                    <a:pt x="7471054" y="5459857"/>
                  </a:moveTo>
                  <a:lnTo>
                    <a:pt x="7457376" y="5446623"/>
                  </a:lnTo>
                  <a:lnTo>
                    <a:pt x="7439939" y="5458866"/>
                  </a:lnTo>
                  <a:lnTo>
                    <a:pt x="7437704" y="5459285"/>
                  </a:lnTo>
                  <a:lnTo>
                    <a:pt x="7444753" y="5476824"/>
                  </a:lnTo>
                  <a:lnTo>
                    <a:pt x="7447648" y="5476265"/>
                  </a:lnTo>
                  <a:lnTo>
                    <a:pt x="7471054" y="5459857"/>
                  </a:lnTo>
                  <a:close/>
                </a:path>
                <a:path w="7493000" h="5608955">
                  <a:moveTo>
                    <a:pt x="7472718" y="4241635"/>
                  </a:moveTo>
                  <a:lnTo>
                    <a:pt x="7471613" y="4178147"/>
                  </a:lnTo>
                  <a:lnTo>
                    <a:pt x="7452563" y="4178477"/>
                  </a:lnTo>
                  <a:lnTo>
                    <a:pt x="7453668" y="4241965"/>
                  </a:lnTo>
                  <a:lnTo>
                    <a:pt x="7472718" y="4241635"/>
                  </a:lnTo>
                  <a:close/>
                </a:path>
                <a:path w="7493000" h="5608955">
                  <a:moveTo>
                    <a:pt x="7473848" y="5410200"/>
                  </a:moveTo>
                  <a:lnTo>
                    <a:pt x="7473658" y="5397678"/>
                  </a:lnTo>
                  <a:lnTo>
                    <a:pt x="7471562" y="5410238"/>
                  </a:lnTo>
                  <a:lnTo>
                    <a:pt x="7473848" y="5410200"/>
                  </a:lnTo>
                  <a:close/>
                </a:path>
                <a:path w="7493000" h="5608955">
                  <a:moveTo>
                    <a:pt x="7475601" y="4406709"/>
                  </a:moveTo>
                  <a:lnTo>
                    <a:pt x="7473607" y="4292435"/>
                  </a:lnTo>
                  <a:lnTo>
                    <a:pt x="7454557" y="4292765"/>
                  </a:lnTo>
                  <a:lnTo>
                    <a:pt x="7455662" y="4356252"/>
                  </a:lnTo>
                  <a:lnTo>
                    <a:pt x="7474534" y="4355922"/>
                  </a:lnTo>
                  <a:lnTo>
                    <a:pt x="7475601" y="4406709"/>
                  </a:lnTo>
                  <a:close/>
                </a:path>
                <a:path w="7493000" h="5608955">
                  <a:moveTo>
                    <a:pt x="7477595" y="4520997"/>
                  </a:moveTo>
                  <a:lnTo>
                    <a:pt x="7475601" y="4406709"/>
                  </a:lnTo>
                  <a:lnTo>
                    <a:pt x="7456551" y="4407039"/>
                  </a:lnTo>
                  <a:lnTo>
                    <a:pt x="7457656" y="4470539"/>
                  </a:lnTo>
                  <a:lnTo>
                    <a:pt x="7476503" y="4470209"/>
                  </a:lnTo>
                  <a:lnTo>
                    <a:pt x="7477595" y="4520997"/>
                  </a:lnTo>
                  <a:close/>
                </a:path>
                <a:path w="7493000" h="5608955">
                  <a:moveTo>
                    <a:pt x="7479589" y="4635284"/>
                  </a:moveTo>
                  <a:lnTo>
                    <a:pt x="7477595" y="4520997"/>
                  </a:lnTo>
                  <a:lnTo>
                    <a:pt x="7458545" y="4521327"/>
                  </a:lnTo>
                  <a:lnTo>
                    <a:pt x="7459650" y="4584814"/>
                  </a:lnTo>
                  <a:lnTo>
                    <a:pt x="7478484" y="4584484"/>
                  </a:lnTo>
                  <a:lnTo>
                    <a:pt x="7479589" y="4635284"/>
                  </a:lnTo>
                  <a:close/>
                </a:path>
                <a:path w="7493000" h="5608955">
                  <a:moveTo>
                    <a:pt x="7480478" y="4686071"/>
                  </a:moveTo>
                  <a:lnTo>
                    <a:pt x="7479589" y="4635284"/>
                  </a:lnTo>
                  <a:lnTo>
                    <a:pt x="7460539" y="4635614"/>
                  </a:lnTo>
                  <a:lnTo>
                    <a:pt x="7461415" y="4686401"/>
                  </a:lnTo>
                  <a:lnTo>
                    <a:pt x="7480478" y="4686071"/>
                  </a:lnTo>
                  <a:close/>
                </a:path>
                <a:path w="7493000" h="5608955">
                  <a:moveTo>
                    <a:pt x="7482472" y="4800358"/>
                  </a:moveTo>
                  <a:lnTo>
                    <a:pt x="7481583" y="4749558"/>
                  </a:lnTo>
                  <a:lnTo>
                    <a:pt x="7462533" y="4749889"/>
                  </a:lnTo>
                  <a:lnTo>
                    <a:pt x="7463396" y="4800689"/>
                  </a:lnTo>
                  <a:lnTo>
                    <a:pt x="7482472" y="4800358"/>
                  </a:lnTo>
                  <a:close/>
                </a:path>
                <a:path w="7493000" h="5608955">
                  <a:moveTo>
                    <a:pt x="7484021" y="5435422"/>
                  </a:moveTo>
                  <a:lnTo>
                    <a:pt x="7462698" y="5427751"/>
                  </a:lnTo>
                  <a:lnTo>
                    <a:pt x="7457719" y="5435879"/>
                  </a:lnTo>
                  <a:lnTo>
                    <a:pt x="7456754" y="5439575"/>
                  </a:lnTo>
                  <a:lnTo>
                    <a:pt x="7469175" y="5448389"/>
                  </a:lnTo>
                  <a:lnTo>
                    <a:pt x="7471397" y="5448351"/>
                  </a:lnTo>
                  <a:lnTo>
                    <a:pt x="7484021" y="5435422"/>
                  </a:lnTo>
                  <a:close/>
                </a:path>
                <a:path w="7493000" h="5608955">
                  <a:moveTo>
                    <a:pt x="7484465" y="4914633"/>
                  </a:moveTo>
                  <a:lnTo>
                    <a:pt x="7482472" y="4800358"/>
                  </a:lnTo>
                  <a:lnTo>
                    <a:pt x="7483424" y="4863846"/>
                  </a:lnTo>
                  <a:lnTo>
                    <a:pt x="7464526" y="4864176"/>
                  </a:lnTo>
                  <a:lnTo>
                    <a:pt x="7465365" y="4914963"/>
                  </a:lnTo>
                  <a:lnTo>
                    <a:pt x="7484465" y="4914633"/>
                  </a:lnTo>
                  <a:close/>
                </a:path>
                <a:path w="7493000" h="5608955">
                  <a:moveTo>
                    <a:pt x="7486459" y="5028920"/>
                  </a:moveTo>
                  <a:lnTo>
                    <a:pt x="7484465" y="4914633"/>
                  </a:lnTo>
                  <a:lnTo>
                    <a:pt x="7485405" y="4978133"/>
                  </a:lnTo>
                  <a:lnTo>
                    <a:pt x="7466520" y="4978463"/>
                  </a:lnTo>
                  <a:lnTo>
                    <a:pt x="7467346" y="5029251"/>
                  </a:lnTo>
                  <a:lnTo>
                    <a:pt x="7486459" y="5028920"/>
                  </a:lnTo>
                  <a:close/>
                </a:path>
                <a:path w="7493000" h="5608955">
                  <a:moveTo>
                    <a:pt x="7488453" y="5143195"/>
                  </a:moveTo>
                  <a:lnTo>
                    <a:pt x="7486459" y="5028920"/>
                  </a:lnTo>
                  <a:lnTo>
                    <a:pt x="7487374" y="5092408"/>
                  </a:lnTo>
                  <a:lnTo>
                    <a:pt x="7468514" y="5092738"/>
                  </a:lnTo>
                  <a:lnTo>
                    <a:pt x="7469327" y="5143538"/>
                  </a:lnTo>
                  <a:lnTo>
                    <a:pt x="7488453" y="5143195"/>
                  </a:lnTo>
                  <a:close/>
                </a:path>
                <a:path w="7493000" h="5608955">
                  <a:moveTo>
                    <a:pt x="7490447" y="5257482"/>
                  </a:moveTo>
                  <a:lnTo>
                    <a:pt x="7488453" y="5143195"/>
                  </a:lnTo>
                  <a:lnTo>
                    <a:pt x="7489355" y="5206695"/>
                  </a:lnTo>
                  <a:lnTo>
                    <a:pt x="7470508" y="5207025"/>
                  </a:lnTo>
                  <a:lnTo>
                    <a:pt x="7471397" y="5257812"/>
                  </a:lnTo>
                  <a:lnTo>
                    <a:pt x="7490447" y="5257482"/>
                  </a:lnTo>
                  <a:close/>
                </a:path>
                <a:path w="7493000" h="5608955">
                  <a:moveTo>
                    <a:pt x="7492441" y="5371770"/>
                  </a:moveTo>
                  <a:lnTo>
                    <a:pt x="7491336" y="5308270"/>
                  </a:lnTo>
                  <a:lnTo>
                    <a:pt x="7472502" y="5321160"/>
                  </a:lnTo>
                  <a:lnTo>
                    <a:pt x="7473302" y="5372100"/>
                  </a:lnTo>
                  <a:lnTo>
                    <a:pt x="7492441" y="5371770"/>
                  </a:lnTo>
                  <a:close/>
                </a:path>
                <a:path w="7493000" h="5608955">
                  <a:moveTo>
                    <a:pt x="7492886" y="5397131"/>
                  </a:moveTo>
                  <a:lnTo>
                    <a:pt x="7492441" y="5371770"/>
                  </a:lnTo>
                  <a:lnTo>
                    <a:pt x="7492733" y="5397131"/>
                  </a:lnTo>
                  <a:lnTo>
                    <a:pt x="7492886" y="5397131"/>
                  </a:lnTo>
                  <a:close/>
                </a:path>
              </a:pathLst>
            </a:custGeom>
            <a:solidFill>
              <a:srgbClr val="05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10140" y="1789672"/>
            <a:ext cx="4999355" cy="1038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sz="5100" i="1" spc="-127" baseline="-2450" dirty="0">
                <a:solidFill>
                  <a:srgbClr val="34D399"/>
                </a:solidFill>
                <a:latin typeface="Calibri"/>
                <a:cs typeface="Calibri"/>
              </a:rPr>
              <a:t>A(t)</a:t>
            </a:r>
            <a:r>
              <a:rPr sz="5100" i="1" spc="-97" baseline="-245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400" i="1" spc="65" dirty="0">
                <a:solidFill>
                  <a:srgbClr val="34D399"/>
                </a:solidFill>
                <a:latin typeface="Calibri"/>
                <a:cs typeface="Calibri"/>
              </a:rPr>
              <a:t>=</a:t>
            </a:r>
            <a:r>
              <a:rPr sz="3400" i="1" spc="-6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400" i="1" spc="-135" dirty="0">
                <a:solidFill>
                  <a:srgbClr val="34D399"/>
                </a:solidFill>
                <a:latin typeface="Calibri"/>
                <a:cs typeface="Calibri"/>
              </a:rPr>
              <a:t>α(Δ</a:t>
            </a:r>
            <a:r>
              <a:rPr sz="5100" i="1" spc="-202" baseline="1633" dirty="0">
                <a:solidFill>
                  <a:srgbClr val="34D399"/>
                </a:solidFill>
                <a:latin typeface="Calibri"/>
                <a:cs typeface="Calibri"/>
              </a:rPr>
              <a:t>T_env</a:t>
            </a:r>
            <a:r>
              <a:rPr sz="5100" i="1" spc="-202" baseline="3267" dirty="0">
                <a:solidFill>
                  <a:srgbClr val="34D399"/>
                </a:solidFill>
                <a:latin typeface="Calibri"/>
                <a:cs typeface="Calibri"/>
              </a:rPr>
              <a:t>)</a:t>
            </a:r>
            <a:r>
              <a:rPr sz="5100" i="1" spc="-97" baseline="3267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5100" i="1" spc="97" baseline="4084" dirty="0">
                <a:solidFill>
                  <a:srgbClr val="34D399"/>
                </a:solidFill>
                <a:latin typeface="Calibri"/>
                <a:cs typeface="Calibri"/>
              </a:rPr>
              <a:t>+</a:t>
            </a:r>
            <a:r>
              <a:rPr sz="5100" i="1" spc="-97" baseline="40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5100" i="1" spc="-195" baseline="4901" dirty="0">
                <a:solidFill>
                  <a:srgbClr val="34D399"/>
                </a:solidFill>
                <a:latin typeface="Calibri"/>
                <a:cs typeface="Calibri"/>
              </a:rPr>
              <a:t>β(1/</a:t>
            </a:r>
            <a:r>
              <a:rPr sz="5100" i="1" spc="-195" baseline="5718" dirty="0">
                <a:solidFill>
                  <a:srgbClr val="34D399"/>
                </a:solidFill>
                <a:latin typeface="Calibri"/>
                <a:cs typeface="Calibri"/>
              </a:rPr>
              <a:t>H</a:t>
            </a:r>
            <a:r>
              <a:rPr sz="5100" i="1" spc="-195" baseline="6535" dirty="0">
                <a:solidFill>
                  <a:srgbClr val="34D399"/>
                </a:solidFill>
                <a:latin typeface="Calibri"/>
                <a:cs typeface="Calibri"/>
              </a:rPr>
              <a:t>R</a:t>
            </a:r>
            <a:r>
              <a:rPr sz="5100" i="1" spc="-195" baseline="7352" dirty="0">
                <a:solidFill>
                  <a:srgbClr val="34D399"/>
                </a:solidFill>
                <a:latin typeface="Calibri"/>
                <a:cs typeface="Calibri"/>
              </a:rPr>
              <a:t>V</a:t>
            </a:r>
            <a:r>
              <a:rPr sz="5100" i="1" spc="-195" baseline="8169" dirty="0">
                <a:solidFill>
                  <a:srgbClr val="34D399"/>
                </a:solidFill>
                <a:latin typeface="Calibri"/>
                <a:cs typeface="Calibri"/>
              </a:rPr>
              <a:t>)</a:t>
            </a:r>
            <a:r>
              <a:rPr sz="5100" i="1" spc="-97" baseline="8169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5100" i="1" spc="22" baseline="8169" dirty="0">
                <a:solidFill>
                  <a:srgbClr val="34D399"/>
                </a:solidFill>
                <a:latin typeface="Calibri"/>
                <a:cs typeface="Calibri"/>
              </a:rPr>
              <a:t>+</a:t>
            </a:r>
            <a:endParaRPr sz="5100" baseline="8169">
              <a:latin typeface="Calibri"/>
              <a:cs typeface="Calibri"/>
            </a:endParaRPr>
          </a:p>
          <a:p>
            <a:pPr marL="17145" algn="ctr">
              <a:lnSpc>
                <a:spcPts val="4060"/>
              </a:lnSpc>
            </a:pPr>
            <a:r>
              <a:rPr sz="3400" i="1" spc="-145" dirty="0">
                <a:solidFill>
                  <a:srgbClr val="34D399"/>
                </a:solidFill>
                <a:latin typeface="Calibri"/>
                <a:cs typeface="Calibri"/>
              </a:rPr>
              <a:t>γ(Je</a:t>
            </a:r>
            <a:r>
              <a:rPr sz="5100" i="1" spc="-217" baseline="1633" dirty="0">
                <a:solidFill>
                  <a:srgbClr val="34D399"/>
                </a:solidFill>
                <a:latin typeface="Calibri"/>
                <a:cs typeface="Calibri"/>
              </a:rPr>
              <a:t>rk</a:t>
            </a:r>
            <a:r>
              <a:rPr sz="5100" i="1" spc="-217" baseline="2450" dirty="0">
                <a:solidFill>
                  <a:srgbClr val="34D399"/>
                </a:solidFill>
                <a:latin typeface="Calibri"/>
                <a:cs typeface="Calibri"/>
              </a:rPr>
              <a:t>_mo</a:t>
            </a:r>
            <a:r>
              <a:rPr sz="5100" i="1" spc="-217" baseline="3267" dirty="0">
                <a:solidFill>
                  <a:srgbClr val="34D399"/>
                </a:solidFill>
                <a:latin typeface="Calibri"/>
                <a:cs typeface="Calibri"/>
              </a:rPr>
              <a:t>t</a:t>
            </a:r>
            <a:r>
              <a:rPr sz="5100" i="1" spc="-217" baseline="4084" dirty="0">
                <a:solidFill>
                  <a:srgbClr val="34D399"/>
                </a:solidFill>
                <a:latin typeface="Calibri"/>
                <a:cs typeface="Calibri"/>
              </a:rPr>
              <a:t>ion</a:t>
            </a:r>
            <a:r>
              <a:rPr sz="5100" i="1" spc="-217" baseline="4901" dirty="0">
                <a:solidFill>
                  <a:srgbClr val="34D399"/>
                </a:solidFill>
                <a:latin typeface="Calibri"/>
                <a:cs typeface="Calibri"/>
              </a:rPr>
              <a:t>)</a:t>
            </a:r>
            <a:endParaRPr sz="5100" baseline="4901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5713" y="3247169"/>
            <a:ext cx="6699250" cy="3321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15"/>
              </a:lnSpc>
            </a:pPr>
            <a:r>
              <a:rPr sz="2400" i="1" spc="-180" dirty="0">
                <a:solidFill>
                  <a:srgbClr val="34D399"/>
                </a:solidFill>
                <a:latin typeface="Calibri"/>
                <a:cs typeface="Calibri"/>
              </a:rPr>
              <a:t>Te</a:t>
            </a:r>
            <a:r>
              <a:rPr sz="3600" i="1" spc="-270" baseline="1157" dirty="0">
                <a:solidFill>
                  <a:srgbClr val="34D399"/>
                </a:solidFill>
                <a:latin typeface="Calibri"/>
                <a:cs typeface="Calibri"/>
              </a:rPr>
              <a:t>stin</a:t>
            </a:r>
            <a:r>
              <a:rPr sz="3600" i="1" spc="-270" baseline="2314" dirty="0">
                <a:solidFill>
                  <a:srgbClr val="34D399"/>
                </a:solidFill>
                <a:latin typeface="Calibri"/>
                <a:cs typeface="Calibri"/>
              </a:rPr>
              <a:t>g</a:t>
            </a:r>
            <a:r>
              <a:rPr sz="3600" i="1" spc="-37" baseline="231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15" baseline="2314" dirty="0">
                <a:solidFill>
                  <a:srgbClr val="34D399"/>
                </a:solidFill>
                <a:latin typeface="Calibri"/>
                <a:cs typeface="Calibri"/>
              </a:rPr>
              <a:t>N</a:t>
            </a:r>
            <a:r>
              <a:rPr sz="3600" i="1" spc="-15" baseline="3472" dirty="0">
                <a:solidFill>
                  <a:srgbClr val="34D399"/>
                </a:solidFill>
                <a:latin typeface="Calibri"/>
                <a:cs typeface="Calibri"/>
              </a:rPr>
              <a:t>ote</a:t>
            </a:r>
            <a:r>
              <a:rPr sz="3600" i="1" spc="-15" baseline="4629" dirty="0">
                <a:solidFill>
                  <a:srgbClr val="34D399"/>
                </a:solidFill>
                <a:latin typeface="Calibri"/>
                <a:cs typeface="Calibri"/>
              </a:rPr>
              <a:t>s:</a:t>
            </a:r>
            <a:endParaRPr sz="3600" baseline="4629">
              <a:latin typeface="Calibri"/>
              <a:cs typeface="Calibri"/>
            </a:endParaRPr>
          </a:p>
          <a:p>
            <a:pPr marL="164465" indent="-145415">
              <a:lnSpc>
                <a:spcPts val="2575"/>
              </a:lnSpc>
              <a:buClr>
                <a:srgbClr val="34D399"/>
              </a:buClr>
              <a:buChar char="-"/>
              <a:tabLst>
                <a:tab pos="164465" algn="l"/>
              </a:tabLst>
            </a:pPr>
            <a:r>
              <a:rPr sz="3600" i="1" spc="-165" baseline="-13888" dirty="0">
                <a:solidFill>
                  <a:srgbClr val="F77070"/>
                </a:solidFill>
                <a:latin typeface="Calibri"/>
                <a:cs typeface="Calibri"/>
              </a:rPr>
              <a:t>W</a:t>
            </a:r>
            <a:r>
              <a:rPr sz="3600" i="1" spc="-165" baseline="-12731" dirty="0">
                <a:solidFill>
                  <a:srgbClr val="F77070"/>
                </a:solidFill>
                <a:latin typeface="Calibri"/>
                <a:cs typeface="Calibri"/>
              </a:rPr>
              <a:t>ait,</a:t>
            </a:r>
            <a:r>
              <a:rPr sz="3600" i="1" spc="-67" baseline="-12731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3600" i="1" spc="187" baseline="-11574" dirty="0">
                <a:solidFill>
                  <a:srgbClr val="F77070"/>
                </a:solidFill>
                <a:latin typeface="Calibri"/>
                <a:cs typeface="Calibri"/>
              </a:rPr>
              <a:t>HR</a:t>
            </a:r>
            <a:r>
              <a:rPr sz="3600" i="1" spc="-44" baseline="-11574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3600" i="1" spc="-300" baseline="-10416" dirty="0">
                <a:solidFill>
                  <a:srgbClr val="F77070"/>
                </a:solidFill>
                <a:latin typeface="Calibri"/>
                <a:cs typeface="Calibri"/>
              </a:rPr>
              <a:t>alone</a:t>
            </a:r>
            <a:r>
              <a:rPr sz="3600" i="1" spc="-44" baseline="-10416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3600" i="1" spc="-120" baseline="-8101" dirty="0">
                <a:solidFill>
                  <a:srgbClr val="F77070"/>
                </a:solidFill>
                <a:latin typeface="Calibri"/>
                <a:cs typeface="Calibri"/>
              </a:rPr>
              <a:t>is</a:t>
            </a:r>
            <a:r>
              <a:rPr sz="3600" i="1" spc="-44" baseline="-8101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3600" i="1" spc="-240" baseline="-6944" dirty="0">
                <a:solidFill>
                  <a:srgbClr val="F77070"/>
                </a:solidFill>
                <a:latin typeface="Calibri"/>
                <a:cs typeface="Calibri"/>
              </a:rPr>
              <a:t>nois</a:t>
            </a:r>
            <a:r>
              <a:rPr sz="3600" i="1" spc="-240" baseline="-5787" dirty="0">
                <a:solidFill>
                  <a:srgbClr val="F77070"/>
                </a:solidFill>
                <a:latin typeface="Calibri"/>
                <a:cs typeface="Calibri"/>
              </a:rPr>
              <a:t>y!</a:t>
            </a:r>
            <a:r>
              <a:rPr sz="3600" i="1" spc="-44" baseline="-5787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3600" i="1" spc="-127" baseline="-4629" dirty="0">
                <a:solidFill>
                  <a:srgbClr val="34D399"/>
                </a:solidFill>
                <a:latin typeface="Calibri"/>
                <a:cs typeface="Calibri"/>
              </a:rPr>
              <a:t>Dur</a:t>
            </a:r>
            <a:r>
              <a:rPr sz="3600" i="1" spc="-127" baseline="-3472" dirty="0">
                <a:solidFill>
                  <a:srgbClr val="34D399"/>
                </a:solidFill>
                <a:latin typeface="Calibri"/>
                <a:cs typeface="Calibri"/>
              </a:rPr>
              <a:t>in</a:t>
            </a:r>
            <a:r>
              <a:rPr sz="3600" i="1" spc="-127" baseline="-2314" dirty="0">
                <a:solidFill>
                  <a:srgbClr val="34D399"/>
                </a:solidFill>
                <a:latin typeface="Calibri"/>
                <a:cs typeface="Calibri"/>
              </a:rPr>
              <a:t>g</a:t>
            </a:r>
            <a:r>
              <a:rPr sz="3600" i="1" spc="-52" baseline="-231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307" baseline="-2314" dirty="0">
                <a:solidFill>
                  <a:srgbClr val="34D399"/>
                </a:solidFill>
                <a:latin typeface="Calibri"/>
                <a:cs typeface="Calibri"/>
              </a:rPr>
              <a:t>he</a:t>
            </a:r>
            <a:r>
              <a:rPr sz="3600" i="1" spc="-307" baseline="-1157" dirty="0">
                <a:solidFill>
                  <a:srgbClr val="34D399"/>
                </a:solidFill>
                <a:latin typeface="Calibri"/>
                <a:cs typeface="Calibri"/>
              </a:rPr>
              <a:t>avy</a:t>
            </a:r>
            <a:r>
              <a:rPr sz="3600" i="1" spc="-44" baseline="-1157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400" i="1" spc="-85" dirty="0">
                <a:solidFill>
                  <a:srgbClr val="34D399"/>
                </a:solidFill>
                <a:latin typeface="Calibri"/>
                <a:cs typeface="Calibri"/>
              </a:rPr>
              <a:t>lif</a:t>
            </a:r>
            <a:r>
              <a:rPr sz="3600" i="1" spc="-127" baseline="1157" dirty="0">
                <a:solidFill>
                  <a:srgbClr val="34D399"/>
                </a:solidFill>
                <a:latin typeface="Calibri"/>
                <a:cs typeface="Calibri"/>
              </a:rPr>
              <a:t>tin</a:t>
            </a:r>
            <a:r>
              <a:rPr sz="3600" i="1" spc="-127" baseline="2314" dirty="0">
                <a:solidFill>
                  <a:srgbClr val="34D399"/>
                </a:solidFill>
                <a:latin typeface="Calibri"/>
                <a:cs typeface="Calibri"/>
              </a:rPr>
              <a:t>g,</a:t>
            </a:r>
            <a:r>
              <a:rPr sz="3600" i="1" spc="-44" baseline="231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187" baseline="2314" dirty="0">
                <a:solidFill>
                  <a:srgbClr val="34D399"/>
                </a:solidFill>
                <a:latin typeface="Calibri"/>
                <a:cs typeface="Calibri"/>
              </a:rPr>
              <a:t>HR</a:t>
            </a:r>
            <a:r>
              <a:rPr sz="3600" i="1" spc="-44" baseline="231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442" baseline="3472" dirty="0">
                <a:solidFill>
                  <a:srgbClr val="34D399"/>
                </a:solidFill>
                <a:latin typeface="Calibri"/>
                <a:cs typeface="Calibri"/>
              </a:rPr>
              <a:t>g</a:t>
            </a:r>
            <a:r>
              <a:rPr sz="3600" i="1" spc="-442" baseline="4629" dirty="0">
                <a:solidFill>
                  <a:srgbClr val="34D399"/>
                </a:solidFill>
                <a:latin typeface="Calibri"/>
                <a:cs typeface="Calibri"/>
              </a:rPr>
              <a:t>oes</a:t>
            </a:r>
            <a:r>
              <a:rPr sz="3600" i="1" spc="-44" baseline="4629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37" baseline="5787" dirty="0">
                <a:solidFill>
                  <a:srgbClr val="34D399"/>
                </a:solidFill>
                <a:latin typeface="Calibri"/>
                <a:cs typeface="Calibri"/>
              </a:rPr>
              <a:t>up</a:t>
            </a:r>
            <a:endParaRPr sz="3600" baseline="5787">
              <a:latin typeface="Calibri"/>
              <a:cs typeface="Calibri"/>
            </a:endParaRPr>
          </a:p>
          <a:p>
            <a:pPr marL="25400">
              <a:lnSpc>
                <a:spcPts val="2675"/>
              </a:lnSpc>
              <a:spcBef>
                <a:spcPts val="605"/>
              </a:spcBef>
            </a:pPr>
            <a:r>
              <a:rPr sz="2400" i="1" spc="-30" dirty="0">
                <a:solidFill>
                  <a:srgbClr val="34D399"/>
                </a:solidFill>
                <a:latin typeface="Calibri"/>
                <a:cs typeface="Calibri"/>
              </a:rPr>
              <a:t>nat</a:t>
            </a:r>
            <a:r>
              <a:rPr sz="3600" i="1" spc="-44" baseline="1157" dirty="0">
                <a:solidFill>
                  <a:srgbClr val="34D399"/>
                </a:solidFill>
                <a:latin typeface="Calibri"/>
                <a:cs typeface="Calibri"/>
              </a:rPr>
              <a:t>ur</a:t>
            </a:r>
            <a:r>
              <a:rPr sz="3600" i="1" spc="-44" baseline="2314" dirty="0">
                <a:solidFill>
                  <a:srgbClr val="34D399"/>
                </a:solidFill>
                <a:latin typeface="Calibri"/>
                <a:cs typeface="Calibri"/>
              </a:rPr>
              <a:t>ally</a:t>
            </a:r>
            <a:r>
              <a:rPr sz="3600" i="1" spc="-44" baseline="3472" dirty="0">
                <a:solidFill>
                  <a:srgbClr val="34D399"/>
                </a:solidFill>
                <a:latin typeface="Calibri"/>
                <a:cs typeface="Calibri"/>
              </a:rPr>
              <a:t>.</a:t>
            </a:r>
            <a:endParaRPr sz="3600" baseline="3472">
              <a:latin typeface="Calibri"/>
              <a:cs typeface="Calibri"/>
            </a:endParaRPr>
          </a:p>
          <a:p>
            <a:pPr marL="177165" indent="-145415">
              <a:lnSpc>
                <a:spcPts val="2675"/>
              </a:lnSpc>
              <a:buClr>
                <a:srgbClr val="34D399"/>
              </a:buClr>
              <a:buChar char="-"/>
              <a:tabLst>
                <a:tab pos="177165" algn="l"/>
              </a:tabLst>
            </a:pPr>
            <a:r>
              <a:rPr sz="3600" i="1" baseline="-9259" dirty="0">
                <a:solidFill>
                  <a:srgbClr val="E4E4E6"/>
                </a:solidFill>
                <a:latin typeface="Calibri"/>
                <a:cs typeface="Calibri"/>
              </a:rPr>
              <a:t>F</a:t>
            </a:r>
            <a:r>
              <a:rPr sz="3600" i="1" baseline="-8101" dirty="0">
                <a:solidFill>
                  <a:srgbClr val="E4E4E6"/>
                </a:solidFill>
                <a:latin typeface="Calibri"/>
                <a:cs typeface="Calibri"/>
              </a:rPr>
              <a:t>ix:</a:t>
            </a:r>
            <a:r>
              <a:rPr sz="3600" i="1" spc="-37" baseline="-8101" dirty="0">
                <a:solidFill>
                  <a:srgbClr val="E4E4E6"/>
                </a:solidFill>
                <a:latin typeface="Calibri"/>
                <a:cs typeface="Calibri"/>
              </a:rPr>
              <a:t> </a:t>
            </a:r>
            <a:r>
              <a:rPr sz="3600" i="1" spc="-157" baseline="-6944" dirty="0">
                <a:solidFill>
                  <a:srgbClr val="34D399"/>
                </a:solidFill>
                <a:latin typeface="Calibri"/>
                <a:cs typeface="Calibri"/>
              </a:rPr>
              <a:t>Use</a:t>
            </a:r>
            <a:r>
              <a:rPr sz="3600" i="1" spc="-30" baseline="-694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157" baseline="-5787" dirty="0">
                <a:solidFill>
                  <a:srgbClr val="34D399"/>
                </a:solidFill>
                <a:latin typeface="Calibri"/>
                <a:cs typeface="Calibri"/>
              </a:rPr>
              <a:t>HR</a:t>
            </a:r>
            <a:r>
              <a:rPr sz="3600" i="1" spc="157" baseline="-4629" dirty="0">
                <a:solidFill>
                  <a:srgbClr val="34D399"/>
                </a:solidFill>
                <a:latin typeface="Calibri"/>
                <a:cs typeface="Calibri"/>
              </a:rPr>
              <a:t>V</a:t>
            </a:r>
            <a:r>
              <a:rPr sz="3600" i="1" spc="-30" baseline="-4629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195" baseline="-3472" dirty="0">
                <a:solidFill>
                  <a:srgbClr val="34D399"/>
                </a:solidFill>
                <a:latin typeface="Calibri"/>
                <a:cs typeface="Calibri"/>
              </a:rPr>
              <a:t>(He</a:t>
            </a:r>
            <a:r>
              <a:rPr sz="3600" i="1" spc="-195" baseline="-2314" dirty="0">
                <a:solidFill>
                  <a:srgbClr val="34D399"/>
                </a:solidFill>
                <a:latin typeface="Calibri"/>
                <a:cs typeface="Calibri"/>
              </a:rPr>
              <a:t>art</a:t>
            </a:r>
            <a:r>
              <a:rPr sz="3600" i="1" spc="-30" baseline="-231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270" baseline="-1157" dirty="0">
                <a:solidFill>
                  <a:srgbClr val="34D399"/>
                </a:solidFill>
                <a:latin typeface="Calibri"/>
                <a:cs typeface="Calibri"/>
              </a:rPr>
              <a:t>Ra</a:t>
            </a:r>
            <a:r>
              <a:rPr sz="2400" i="1" spc="-180" dirty="0">
                <a:solidFill>
                  <a:srgbClr val="34D399"/>
                </a:solidFill>
                <a:latin typeface="Calibri"/>
                <a:cs typeface="Calibri"/>
              </a:rPr>
              <a:t>te</a:t>
            </a:r>
            <a:r>
              <a:rPr sz="2400" i="1" spc="-2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400" i="1" spc="-95" dirty="0">
                <a:solidFill>
                  <a:srgbClr val="34D399"/>
                </a:solidFill>
                <a:latin typeface="Calibri"/>
                <a:cs typeface="Calibri"/>
              </a:rPr>
              <a:t>V</a:t>
            </a:r>
            <a:r>
              <a:rPr sz="3600" i="1" spc="-142" baseline="1157" dirty="0">
                <a:solidFill>
                  <a:srgbClr val="34D399"/>
                </a:solidFill>
                <a:latin typeface="Calibri"/>
                <a:cs typeface="Calibri"/>
              </a:rPr>
              <a:t>ar</a:t>
            </a:r>
            <a:r>
              <a:rPr sz="3600" i="1" spc="-142" baseline="2314" dirty="0">
                <a:solidFill>
                  <a:srgbClr val="34D399"/>
                </a:solidFill>
                <a:latin typeface="Calibri"/>
                <a:cs typeface="Calibri"/>
              </a:rPr>
              <a:t>iabilit</a:t>
            </a:r>
            <a:r>
              <a:rPr sz="3600" i="1" spc="-142" baseline="3472" dirty="0">
                <a:solidFill>
                  <a:srgbClr val="34D399"/>
                </a:solidFill>
                <a:latin typeface="Calibri"/>
                <a:cs typeface="Calibri"/>
              </a:rPr>
              <a:t>y).</a:t>
            </a:r>
            <a:r>
              <a:rPr sz="3600" i="1" spc="-37" baseline="3472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292" baseline="4629" dirty="0">
                <a:solidFill>
                  <a:srgbClr val="34D399"/>
                </a:solidFill>
                <a:latin typeface="Calibri"/>
                <a:cs typeface="Calibri"/>
              </a:rPr>
              <a:t>W</a:t>
            </a:r>
            <a:r>
              <a:rPr sz="3600" i="1" spc="-292" baseline="5787" dirty="0">
                <a:solidFill>
                  <a:srgbClr val="34D399"/>
                </a:solidFill>
                <a:latin typeface="Calibri"/>
                <a:cs typeface="Calibri"/>
              </a:rPr>
              <a:t>hen</a:t>
            </a:r>
            <a:r>
              <a:rPr sz="3600" i="1" spc="-30" baseline="5787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337" baseline="6944" dirty="0">
                <a:solidFill>
                  <a:srgbClr val="34D399"/>
                </a:solidFill>
                <a:latin typeface="Calibri"/>
                <a:cs typeface="Calibri"/>
              </a:rPr>
              <a:t>bod</a:t>
            </a:r>
            <a:r>
              <a:rPr sz="3600" i="1" spc="-337" baseline="8101" dirty="0">
                <a:solidFill>
                  <a:srgbClr val="34D399"/>
                </a:solidFill>
                <a:latin typeface="Calibri"/>
                <a:cs typeface="Calibri"/>
              </a:rPr>
              <a:t>y</a:t>
            </a:r>
            <a:r>
              <a:rPr sz="3600" i="1" spc="-30" baseline="8101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37" baseline="9259" dirty="0">
                <a:solidFill>
                  <a:srgbClr val="34D399"/>
                </a:solidFill>
                <a:latin typeface="Calibri"/>
                <a:cs typeface="Calibri"/>
              </a:rPr>
              <a:t>is</a:t>
            </a:r>
            <a:endParaRPr sz="3600" baseline="9259">
              <a:latin typeface="Calibri"/>
              <a:cs typeface="Calibri"/>
            </a:endParaRPr>
          </a:p>
          <a:p>
            <a:pPr marL="38100">
              <a:lnSpc>
                <a:spcPts val="2795"/>
              </a:lnSpc>
              <a:spcBef>
                <a:spcPts val="70"/>
              </a:spcBef>
            </a:pPr>
            <a:r>
              <a:rPr sz="3600" i="1" spc="-300" baseline="-8101" dirty="0">
                <a:solidFill>
                  <a:srgbClr val="34D399"/>
                </a:solidFill>
                <a:latin typeface="Calibri"/>
                <a:cs typeface="Calibri"/>
              </a:rPr>
              <a:t>exhaus</a:t>
            </a:r>
            <a:r>
              <a:rPr sz="3600" i="1" spc="-300" baseline="-5787" dirty="0">
                <a:solidFill>
                  <a:srgbClr val="34D399"/>
                </a:solidFill>
                <a:latin typeface="Calibri"/>
                <a:cs typeface="Calibri"/>
              </a:rPr>
              <a:t>ted</a:t>
            </a:r>
            <a:r>
              <a:rPr sz="3600" i="1" spc="-300" baseline="-4629" dirty="0">
                <a:solidFill>
                  <a:srgbClr val="34D399"/>
                </a:solidFill>
                <a:latin typeface="Calibri"/>
                <a:cs typeface="Calibri"/>
              </a:rPr>
              <a:t>,</a:t>
            </a:r>
            <a:r>
              <a:rPr sz="3600" i="1" spc="-60" baseline="-4629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157" baseline="-4629" dirty="0">
                <a:solidFill>
                  <a:srgbClr val="34D399"/>
                </a:solidFill>
                <a:latin typeface="Calibri"/>
                <a:cs typeface="Calibri"/>
              </a:rPr>
              <a:t>HR</a:t>
            </a:r>
            <a:r>
              <a:rPr sz="3600" i="1" spc="157" baseline="-2314" dirty="0">
                <a:solidFill>
                  <a:srgbClr val="34D399"/>
                </a:solidFill>
                <a:latin typeface="Calibri"/>
                <a:cs typeface="Calibri"/>
              </a:rPr>
              <a:t>V</a:t>
            </a:r>
            <a:r>
              <a:rPr sz="3600" i="1" spc="-52" baseline="-231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322" baseline="-2314" dirty="0">
                <a:solidFill>
                  <a:srgbClr val="34D399"/>
                </a:solidFill>
                <a:latin typeface="Calibri"/>
                <a:cs typeface="Calibri"/>
              </a:rPr>
              <a:t>dr</a:t>
            </a:r>
            <a:r>
              <a:rPr sz="3600" i="1" spc="-322" baseline="-1157" dirty="0">
                <a:solidFill>
                  <a:srgbClr val="34D399"/>
                </a:solidFill>
                <a:latin typeface="Calibri"/>
                <a:cs typeface="Calibri"/>
              </a:rPr>
              <a:t>ops</a:t>
            </a:r>
            <a:r>
              <a:rPr sz="3600" i="1" spc="-60" baseline="-1157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34D399"/>
                </a:solidFill>
                <a:latin typeface="Calibri"/>
                <a:cs typeface="Calibri"/>
              </a:rPr>
              <a:t>shar</a:t>
            </a:r>
            <a:r>
              <a:rPr sz="3600" i="1" spc="-15" baseline="1157" dirty="0">
                <a:solidFill>
                  <a:srgbClr val="34D399"/>
                </a:solidFill>
                <a:latin typeface="Calibri"/>
                <a:cs typeface="Calibri"/>
              </a:rPr>
              <a:t>pl</a:t>
            </a:r>
            <a:r>
              <a:rPr sz="3600" i="1" spc="-15" baseline="2314" dirty="0">
                <a:solidFill>
                  <a:srgbClr val="34D399"/>
                </a:solidFill>
                <a:latin typeface="Calibri"/>
                <a:cs typeface="Calibri"/>
              </a:rPr>
              <a:t>y.</a:t>
            </a:r>
            <a:endParaRPr sz="3600" baseline="2314">
              <a:latin typeface="Calibri"/>
              <a:cs typeface="Calibri"/>
            </a:endParaRPr>
          </a:p>
          <a:p>
            <a:pPr marL="189865" indent="-145415">
              <a:lnSpc>
                <a:spcPts val="2795"/>
              </a:lnSpc>
              <a:buChar char="-"/>
              <a:tabLst>
                <a:tab pos="189865" algn="l"/>
              </a:tabLst>
            </a:pPr>
            <a:r>
              <a:rPr sz="3600" i="1" spc="-270" baseline="-11574" dirty="0">
                <a:solidFill>
                  <a:srgbClr val="34D399"/>
                </a:solidFill>
                <a:latin typeface="Calibri"/>
                <a:cs typeface="Calibri"/>
              </a:rPr>
              <a:t>T</a:t>
            </a:r>
            <a:r>
              <a:rPr sz="3600" i="1" spc="-270" baseline="-10416" dirty="0">
                <a:solidFill>
                  <a:srgbClr val="34D399"/>
                </a:solidFill>
                <a:latin typeface="Calibri"/>
                <a:cs typeface="Calibri"/>
              </a:rPr>
              <a:t>he</a:t>
            </a:r>
            <a:r>
              <a:rPr sz="3600" i="1" spc="-60" baseline="-1041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292" baseline="-9259" dirty="0">
                <a:solidFill>
                  <a:srgbClr val="34D399"/>
                </a:solidFill>
                <a:latin typeface="Calibri"/>
                <a:cs typeface="Calibri"/>
              </a:rPr>
              <a:t>inver</a:t>
            </a:r>
            <a:r>
              <a:rPr sz="3600" i="1" spc="-292" baseline="-8101" dirty="0">
                <a:solidFill>
                  <a:srgbClr val="34D399"/>
                </a:solidFill>
                <a:latin typeface="Calibri"/>
                <a:cs typeface="Calibri"/>
              </a:rPr>
              <a:t>se</a:t>
            </a:r>
            <a:r>
              <a:rPr sz="3600" i="1" spc="-52" baseline="-8101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60" baseline="-6944" dirty="0">
                <a:solidFill>
                  <a:srgbClr val="34D399"/>
                </a:solidFill>
                <a:latin typeface="Calibri"/>
                <a:cs typeface="Calibri"/>
              </a:rPr>
              <a:t>(1/</a:t>
            </a:r>
            <a:r>
              <a:rPr sz="3600" i="1" spc="-60" baseline="-5787" dirty="0">
                <a:solidFill>
                  <a:srgbClr val="34D399"/>
                </a:solidFill>
                <a:latin typeface="Calibri"/>
                <a:cs typeface="Calibri"/>
              </a:rPr>
              <a:t>HR</a:t>
            </a:r>
            <a:r>
              <a:rPr sz="3600" i="1" spc="-60" baseline="-4629" dirty="0">
                <a:solidFill>
                  <a:srgbClr val="34D399"/>
                </a:solidFill>
                <a:latin typeface="Calibri"/>
                <a:cs typeface="Calibri"/>
              </a:rPr>
              <a:t>V) </a:t>
            </a:r>
            <a:r>
              <a:rPr sz="3600" i="1" spc="-292" baseline="-3472" dirty="0">
                <a:solidFill>
                  <a:srgbClr val="34D399"/>
                </a:solidFill>
                <a:latin typeface="Calibri"/>
                <a:cs typeface="Calibri"/>
              </a:rPr>
              <a:t>give</a:t>
            </a:r>
            <a:r>
              <a:rPr sz="3600" i="1" spc="-292" baseline="-2314" dirty="0">
                <a:solidFill>
                  <a:srgbClr val="34D399"/>
                </a:solidFill>
                <a:latin typeface="Calibri"/>
                <a:cs typeface="Calibri"/>
              </a:rPr>
              <a:t>s</a:t>
            </a:r>
            <a:r>
              <a:rPr sz="3600" i="1" spc="-52" baseline="-231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240" baseline="-2314" dirty="0">
                <a:solidFill>
                  <a:srgbClr val="34D399"/>
                </a:solidFill>
                <a:latin typeface="Calibri"/>
                <a:cs typeface="Calibri"/>
              </a:rPr>
              <a:t>us</a:t>
            </a:r>
            <a:r>
              <a:rPr sz="3600" i="1" spc="-60" baseline="-231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292" baseline="-1157" dirty="0">
                <a:solidFill>
                  <a:srgbClr val="34D399"/>
                </a:solidFill>
                <a:latin typeface="Calibri"/>
                <a:cs typeface="Calibri"/>
              </a:rPr>
              <a:t>an</a:t>
            </a:r>
            <a:r>
              <a:rPr sz="3600" i="1" spc="-52" baseline="-1157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400" i="1" spc="-165" dirty="0">
                <a:solidFill>
                  <a:srgbClr val="34D399"/>
                </a:solidFill>
                <a:latin typeface="Calibri"/>
                <a:cs typeface="Calibri"/>
              </a:rPr>
              <a:t>exponent</a:t>
            </a:r>
            <a:r>
              <a:rPr sz="3600" i="1" spc="-247" baseline="3472" dirty="0">
                <a:solidFill>
                  <a:srgbClr val="34D399"/>
                </a:solidFill>
                <a:latin typeface="Calibri"/>
                <a:cs typeface="Calibri"/>
              </a:rPr>
              <a:t>ial</a:t>
            </a:r>
            <a:r>
              <a:rPr sz="3600" i="1" spc="-60" baseline="3472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300" baseline="4629" dirty="0">
                <a:solidFill>
                  <a:srgbClr val="34D399"/>
                </a:solidFill>
                <a:latin typeface="Calibri"/>
                <a:cs typeface="Calibri"/>
              </a:rPr>
              <a:t>spik</a:t>
            </a:r>
            <a:r>
              <a:rPr sz="3600" i="1" spc="-300" baseline="5787" dirty="0">
                <a:solidFill>
                  <a:srgbClr val="34D399"/>
                </a:solidFill>
                <a:latin typeface="Calibri"/>
                <a:cs typeface="Calibri"/>
              </a:rPr>
              <a:t>e</a:t>
            </a:r>
            <a:r>
              <a:rPr sz="3600" i="1" spc="-52" baseline="5787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82" baseline="5787" dirty="0">
                <a:solidFill>
                  <a:srgbClr val="34D399"/>
                </a:solidFill>
                <a:latin typeface="Calibri"/>
                <a:cs typeface="Calibri"/>
              </a:rPr>
              <a:t>in</a:t>
            </a:r>
            <a:r>
              <a:rPr sz="3600" i="1" spc="-60" baseline="5787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3600" i="1" spc="-37" baseline="6944" dirty="0">
                <a:solidFill>
                  <a:srgbClr val="34D399"/>
                </a:solidFill>
                <a:latin typeface="Calibri"/>
                <a:cs typeface="Calibri"/>
              </a:rPr>
              <a:t>the</a:t>
            </a:r>
            <a:endParaRPr sz="3600" baseline="6944">
              <a:latin typeface="Calibri"/>
              <a:cs typeface="Calibri"/>
            </a:endParaRPr>
          </a:p>
          <a:p>
            <a:pPr marL="50800">
              <a:lnSpc>
                <a:spcPts val="2575"/>
              </a:lnSpc>
              <a:spcBef>
                <a:spcPts val="400"/>
              </a:spcBef>
            </a:pPr>
            <a:r>
              <a:rPr sz="3600" i="1" spc="-352" baseline="-2314" dirty="0">
                <a:solidFill>
                  <a:srgbClr val="34D399"/>
                </a:solidFill>
                <a:latin typeface="Calibri"/>
                <a:cs typeface="Calibri"/>
              </a:rPr>
              <a:t>dan</a:t>
            </a:r>
            <a:r>
              <a:rPr sz="3600" i="1" spc="-352" baseline="-1157" dirty="0">
                <a:solidFill>
                  <a:srgbClr val="34D399"/>
                </a:solidFill>
                <a:latin typeface="Calibri"/>
                <a:cs typeface="Calibri"/>
              </a:rPr>
              <a:t>ger</a:t>
            </a:r>
            <a:r>
              <a:rPr sz="3600" i="1" spc="-44" baseline="-1157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400" i="1" spc="-50" dirty="0">
                <a:solidFill>
                  <a:srgbClr val="34D399"/>
                </a:solidFill>
                <a:latin typeface="Calibri"/>
                <a:cs typeface="Calibri"/>
              </a:rPr>
              <a:t>scor</a:t>
            </a:r>
            <a:r>
              <a:rPr sz="3600" i="1" spc="-75" baseline="1157" dirty="0">
                <a:solidFill>
                  <a:srgbClr val="34D399"/>
                </a:solidFill>
                <a:latin typeface="Calibri"/>
                <a:cs typeface="Calibri"/>
              </a:rPr>
              <a:t>e.</a:t>
            </a:r>
            <a:endParaRPr sz="3600" baseline="1157">
              <a:latin typeface="Calibri"/>
              <a:cs typeface="Calibri"/>
            </a:endParaRPr>
          </a:p>
          <a:p>
            <a:pPr marL="202565" indent="-145415">
              <a:lnSpc>
                <a:spcPts val="2575"/>
              </a:lnSpc>
              <a:buClr>
                <a:srgbClr val="34D399"/>
              </a:buClr>
              <a:buChar char="-"/>
              <a:tabLst>
                <a:tab pos="202565" algn="l"/>
              </a:tabLst>
            </a:pPr>
            <a:r>
              <a:rPr sz="3600" i="1" spc="-337" baseline="-16203" dirty="0">
                <a:solidFill>
                  <a:srgbClr val="FDDF46"/>
                </a:solidFill>
                <a:latin typeface="Calibri"/>
                <a:cs typeface="Calibri"/>
              </a:rPr>
              <a:t>T</a:t>
            </a:r>
            <a:r>
              <a:rPr sz="3600" i="1" spc="-337" baseline="-15046" dirty="0">
                <a:solidFill>
                  <a:srgbClr val="FDDF46"/>
                </a:solidFill>
                <a:latin typeface="Calibri"/>
                <a:cs typeface="Calibri"/>
              </a:rPr>
              <a:t>ested</a:t>
            </a:r>
            <a:r>
              <a:rPr sz="3600" i="1" spc="-44" baseline="-15046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157" baseline="-13888" dirty="0">
                <a:solidFill>
                  <a:srgbClr val="FDDF46"/>
                </a:solidFill>
                <a:latin typeface="Calibri"/>
                <a:cs typeface="Calibri"/>
              </a:rPr>
              <a:t>this</a:t>
            </a:r>
            <a:r>
              <a:rPr sz="3600" i="1" spc="-44" baseline="-13888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359" baseline="-12731" dirty="0">
                <a:solidFill>
                  <a:srgbClr val="FDDF46"/>
                </a:solidFill>
                <a:latin typeface="Calibri"/>
                <a:cs typeface="Calibri"/>
              </a:rPr>
              <a:t>mat</a:t>
            </a:r>
            <a:r>
              <a:rPr sz="3600" i="1" spc="-359" baseline="-10416" dirty="0">
                <a:solidFill>
                  <a:srgbClr val="FDDF46"/>
                </a:solidFill>
                <a:latin typeface="Calibri"/>
                <a:cs typeface="Calibri"/>
              </a:rPr>
              <a:t>h</a:t>
            </a:r>
            <a:r>
              <a:rPr sz="3600" i="1" spc="-44" baseline="-10416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82" baseline="-10416" dirty="0">
                <a:solidFill>
                  <a:srgbClr val="FDDF46"/>
                </a:solidFill>
                <a:latin typeface="Calibri"/>
                <a:cs typeface="Calibri"/>
              </a:rPr>
              <a:t>in</a:t>
            </a:r>
            <a:r>
              <a:rPr sz="3600" i="1" spc="-44" baseline="-10416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262" baseline="-9259" dirty="0">
                <a:solidFill>
                  <a:srgbClr val="FDDF46"/>
                </a:solidFill>
                <a:latin typeface="Calibri"/>
                <a:cs typeface="Calibri"/>
              </a:rPr>
              <a:t>pyt</a:t>
            </a:r>
            <a:r>
              <a:rPr sz="3600" i="1" spc="-262" baseline="-8101" dirty="0">
                <a:solidFill>
                  <a:srgbClr val="FDDF46"/>
                </a:solidFill>
                <a:latin typeface="Calibri"/>
                <a:cs typeface="Calibri"/>
              </a:rPr>
              <a:t>hon</a:t>
            </a:r>
            <a:r>
              <a:rPr sz="3600" i="1" spc="-37" baseline="-8101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300" baseline="-6944" dirty="0">
                <a:solidFill>
                  <a:srgbClr val="FDDF46"/>
                </a:solidFill>
                <a:latin typeface="Calibri"/>
                <a:cs typeface="Calibri"/>
              </a:rPr>
              <a:t>sim</a:t>
            </a:r>
            <a:r>
              <a:rPr sz="3600" i="1" spc="-44" baseline="-6944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15" baseline="-5787" dirty="0">
                <a:solidFill>
                  <a:srgbClr val="FDDF46"/>
                </a:solidFill>
                <a:latin typeface="Calibri"/>
                <a:cs typeface="Calibri"/>
              </a:rPr>
              <a:t>-</a:t>
            </a:r>
            <a:r>
              <a:rPr sz="3600" i="1" baseline="-5787" dirty="0">
                <a:solidFill>
                  <a:srgbClr val="FDDF46"/>
                </a:solidFill>
                <a:latin typeface="Calibri"/>
                <a:cs typeface="Calibri"/>
              </a:rPr>
              <a:t>&gt;</a:t>
            </a:r>
            <a:r>
              <a:rPr sz="3600" i="1" spc="-44" baseline="-5787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202" baseline="-4629" dirty="0">
                <a:solidFill>
                  <a:srgbClr val="FDDF46"/>
                </a:solidFill>
                <a:latin typeface="Calibri"/>
                <a:cs typeface="Calibri"/>
              </a:rPr>
              <a:t>F</a:t>
            </a:r>
            <a:r>
              <a:rPr sz="3600" i="1" spc="-202" baseline="-3472" dirty="0">
                <a:solidFill>
                  <a:srgbClr val="FDDF46"/>
                </a:solidFill>
                <a:latin typeface="Calibri"/>
                <a:cs typeface="Calibri"/>
              </a:rPr>
              <a:t>alse</a:t>
            </a:r>
            <a:r>
              <a:rPr sz="3600" i="1" spc="-44" baseline="-3472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232" baseline="-2314" dirty="0">
                <a:solidFill>
                  <a:srgbClr val="FDDF46"/>
                </a:solidFill>
                <a:latin typeface="Calibri"/>
                <a:cs typeface="Calibri"/>
              </a:rPr>
              <a:t>posit</a:t>
            </a:r>
            <a:r>
              <a:rPr sz="3600" i="1" spc="-232" baseline="-1157" dirty="0">
                <a:solidFill>
                  <a:srgbClr val="FDDF46"/>
                </a:solidFill>
                <a:latin typeface="Calibri"/>
                <a:cs typeface="Calibri"/>
              </a:rPr>
              <a:t>i</a:t>
            </a:r>
            <a:r>
              <a:rPr sz="2400" i="1" spc="-155" dirty="0">
                <a:solidFill>
                  <a:srgbClr val="FDDF46"/>
                </a:solidFill>
                <a:latin typeface="Calibri"/>
                <a:cs typeface="Calibri"/>
              </a:rPr>
              <a:t>ves</a:t>
            </a:r>
            <a:r>
              <a:rPr sz="2400" i="1" spc="-25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345" baseline="1157" dirty="0">
                <a:solidFill>
                  <a:srgbClr val="FDDF46"/>
                </a:solidFill>
                <a:latin typeface="Calibri"/>
                <a:cs typeface="Calibri"/>
              </a:rPr>
              <a:t>dropped</a:t>
            </a:r>
            <a:r>
              <a:rPr sz="3600" i="1" spc="-44" baseline="1157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3600" i="1" spc="-37" baseline="3472" dirty="0">
                <a:solidFill>
                  <a:srgbClr val="FDDF46"/>
                </a:solidFill>
                <a:latin typeface="Calibri"/>
                <a:cs typeface="Calibri"/>
              </a:rPr>
              <a:t>by</a:t>
            </a:r>
            <a:endParaRPr sz="3600" baseline="3472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  <a:spcBef>
                <a:spcPts val="1015"/>
              </a:spcBef>
            </a:pPr>
            <a:r>
              <a:rPr sz="2400" i="1" spc="-20" dirty="0">
                <a:solidFill>
                  <a:srgbClr val="FDDF46"/>
                </a:solidFill>
                <a:latin typeface="Calibri"/>
                <a:cs typeface="Calibri"/>
              </a:rPr>
              <a:t>80%!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9999" y="6132190"/>
            <a:ext cx="9252585" cy="787400"/>
            <a:chOff x="719999" y="6132190"/>
            <a:chExt cx="9252585" cy="7874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6178" y="6132190"/>
              <a:ext cx="409754" cy="3864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19999" y="6909507"/>
              <a:ext cx="9252585" cy="9525"/>
            </a:xfrm>
            <a:custGeom>
              <a:avLst/>
              <a:gdLst/>
              <a:ahLst/>
              <a:cxnLst/>
              <a:rect l="l" t="t" r="r" b="b"/>
              <a:pathLst>
                <a:path w="9252585" h="9525">
                  <a:moveTo>
                    <a:pt x="92520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9252000" y="0"/>
                  </a:lnTo>
                  <a:lnTo>
                    <a:pt x="9252000" y="9525"/>
                  </a:lnTo>
                  <a:close/>
                </a:path>
              </a:pathLst>
            </a:custGeom>
            <a:solidFill>
              <a:srgbClr val="262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23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[</a:t>
            </a:r>
            <a:r>
              <a:rPr spc="-225" dirty="0"/>
              <a:t> </a:t>
            </a:r>
            <a:r>
              <a:rPr dirty="0"/>
              <a:t>TEAM</a:t>
            </a:r>
            <a:r>
              <a:rPr spc="-210" dirty="0"/>
              <a:t> </a:t>
            </a:r>
            <a:r>
              <a:rPr spc="-20" dirty="0"/>
              <a:t>ENGINEERING</a:t>
            </a:r>
            <a:r>
              <a:rPr spc="-215" dirty="0"/>
              <a:t> </a:t>
            </a:r>
            <a:r>
              <a:rPr dirty="0"/>
              <a:t>NOTEBOOK</a:t>
            </a:r>
            <a:r>
              <a:rPr spc="-210" dirty="0"/>
              <a:t> </a:t>
            </a:r>
            <a:r>
              <a:rPr dirty="0"/>
              <a:t>:</a:t>
            </a:r>
            <a:r>
              <a:rPr spc="-215" dirty="0"/>
              <a:t> </a:t>
            </a:r>
            <a:r>
              <a:rPr dirty="0"/>
              <a:t>EDGE</a:t>
            </a:r>
            <a:r>
              <a:rPr spc="-210" dirty="0"/>
              <a:t> </a:t>
            </a:r>
            <a:r>
              <a:rPr spc="-10" dirty="0"/>
              <a:t>DEPLOYMENT</a:t>
            </a:r>
            <a:r>
              <a:rPr spc="-210" dirty="0"/>
              <a:t> </a:t>
            </a:r>
            <a:r>
              <a:rPr spc="-50" dirty="0"/>
              <a:t>]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40578" y="1385131"/>
            <a:ext cx="6575425" cy="5988685"/>
            <a:chOff x="2058327" y="1548400"/>
            <a:chExt cx="6575425" cy="5988685"/>
          </a:xfrm>
        </p:grpSpPr>
        <p:sp>
          <p:nvSpPr>
            <p:cNvPr id="4" name="object 4"/>
            <p:cNvSpPr/>
            <p:nvPr/>
          </p:nvSpPr>
          <p:spPr>
            <a:xfrm>
              <a:off x="2058327" y="1548400"/>
              <a:ext cx="6575425" cy="5988685"/>
            </a:xfrm>
            <a:custGeom>
              <a:avLst/>
              <a:gdLst/>
              <a:ahLst/>
              <a:cxnLst/>
              <a:rect l="l" t="t" r="r" b="b"/>
              <a:pathLst>
                <a:path w="6575425" h="5988684">
                  <a:moveTo>
                    <a:pt x="6397896" y="5988212"/>
                  </a:moveTo>
                  <a:lnTo>
                    <a:pt x="74858" y="5877846"/>
                  </a:lnTo>
                  <a:lnTo>
                    <a:pt x="21441" y="5854526"/>
                  </a:lnTo>
                  <a:lnTo>
                    <a:pt x="0" y="5800327"/>
                  </a:lnTo>
                  <a:lnTo>
                    <a:pt x="99936" y="74858"/>
                  </a:lnTo>
                  <a:lnTo>
                    <a:pt x="106464" y="45380"/>
                  </a:lnTo>
                  <a:lnTo>
                    <a:pt x="123255" y="21441"/>
                  </a:lnTo>
                  <a:lnTo>
                    <a:pt x="147766" y="5495"/>
                  </a:lnTo>
                  <a:lnTo>
                    <a:pt x="177454" y="0"/>
                  </a:lnTo>
                  <a:lnTo>
                    <a:pt x="6500492" y="110366"/>
                  </a:lnTo>
                  <a:lnTo>
                    <a:pt x="6529970" y="116894"/>
                  </a:lnTo>
                  <a:lnTo>
                    <a:pt x="6553910" y="133685"/>
                  </a:lnTo>
                  <a:lnTo>
                    <a:pt x="6569855" y="158197"/>
                  </a:lnTo>
                  <a:lnTo>
                    <a:pt x="6575351" y="187884"/>
                  </a:lnTo>
                  <a:lnTo>
                    <a:pt x="6475415" y="5913353"/>
                  </a:lnTo>
                  <a:lnTo>
                    <a:pt x="6468887" y="5942831"/>
                  </a:lnTo>
                  <a:lnTo>
                    <a:pt x="6452095" y="5966771"/>
                  </a:lnTo>
                  <a:lnTo>
                    <a:pt x="6427584" y="5982717"/>
                  </a:lnTo>
                  <a:lnTo>
                    <a:pt x="6397896" y="5988212"/>
                  </a:lnTo>
                  <a:close/>
                </a:path>
              </a:pathLst>
            </a:custGeom>
            <a:solidFill>
              <a:srgbClr val="031F11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58466" y="1549216"/>
              <a:ext cx="6574790" cy="5986780"/>
            </a:xfrm>
            <a:custGeom>
              <a:avLst/>
              <a:gdLst/>
              <a:ahLst/>
              <a:cxnLst/>
              <a:rect l="l" t="t" r="r" b="b"/>
              <a:pathLst>
                <a:path w="6574790" h="5986780">
                  <a:moveTo>
                    <a:pt x="20599" y="5702541"/>
                  </a:moveTo>
                  <a:lnTo>
                    <a:pt x="1549" y="5702211"/>
                  </a:lnTo>
                  <a:lnTo>
                    <a:pt x="0" y="5791085"/>
                  </a:lnTo>
                  <a:lnTo>
                    <a:pt x="203" y="5791085"/>
                  </a:lnTo>
                  <a:lnTo>
                    <a:pt x="584" y="5765711"/>
                  </a:lnTo>
                  <a:lnTo>
                    <a:pt x="19494" y="5766041"/>
                  </a:lnTo>
                  <a:lnTo>
                    <a:pt x="20599" y="5702541"/>
                  </a:lnTo>
                  <a:close/>
                </a:path>
                <a:path w="6574790" h="5986780">
                  <a:moveTo>
                    <a:pt x="21323" y="5804179"/>
                  </a:moveTo>
                  <a:lnTo>
                    <a:pt x="19240" y="5791416"/>
                  </a:lnTo>
                  <a:lnTo>
                    <a:pt x="19037" y="5804141"/>
                  </a:lnTo>
                  <a:lnTo>
                    <a:pt x="21323" y="5804179"/>
                  </a:lnTo>
                  <a:close/>
                </a:path>
                <a:path w="6574790" h="5986780">
                  <a:moveTo>
                    <a:pt x="22593" y="5588266"/>
                  </a:moveTo>
                  <a:lnTo>
                    <a:pt x="3543" y="5587936"/>
                  </a:lnTo>
                  <a:lnTo>
                    <a:pt x="1574" y="5701360"/>
                  </a:lnTo>
                  <a:lnTo>
                    <a:pt x="2578" y="5651424"/>
                  </a:lnTo>
                  <a:lnTo>
                    <a:pt x="21488" y="5651754"/>
                  </a:lnTo>
                  <a:lnTo>
                    <a:pt x="22593" y="5588266"/>
                  </a:lnTo>
                  <a:close/>
                </a:path>
                <a:path w="6574790" h="5986780">
                  <a:moveTo>
                    <a:pt x="24587" y="5473979"/>
                  </a:moveTo>
                  <a:lnTo>
                    <a:pt x="5537" y="5473649"/>
                  </a:lnTo>
                  <a:lnTo>
                    <a:pt x="3543" y="5587936"/>
                  </a:lnTo>
                  <a:lnTo>
                    <a:pt x="4572" y="5537136"/>
                  </a:lnTo>
                  <a:lnTo>
                    <a:pt x="23482" y="5537466"/>
                  </a:lnTo>
                  <a:lnTo>
                    <a:pt x="24587" y="5473979"/>
                  </a:lnTo>
                  <a:close/>
                </a:path>
                <a:path w="6574790" h="5986780">
                  <a:moveTo>
                    <a:pt x="26581" y="5359705"/>
                  </a:moveTo>
                  <a:lnTo>
                    <a:pt x="7531" y="5359362"/>
                  </a:lnTo>
                  <a:lnTo>
                    <a:pt x="6426" y="5422862"/>
                  </a:lnTo>
                  <a:lnTo>
                    <a:pt x="25476" y="5423192"/>
                  </a:lnTo>
                  <a:lnTo>
                    <a:pt x="26581" y="5359705"/>
                  </a:lnTo>
                  <a:close/>
                </a:path>
                <a:path w="6574790" h="5986780">
                  <a:moveTo>
                    <a:pt x="28575" y="5245417"/>
                  </a:moveTo>
                  <a:lnTo>
                    <a:pt x="9537" y="5245087"/>
                  </a:lnTo>
                  <a:lnTo>
                    <a:pt x="8420" y="5308574"/>
                  </a:lnTo>
                  <a:lnTo>
                    <a:pt x="27470" y="5308905"/>
                  </a:lnTo>
                  <a:lnTo>
                    <a:pt x="28575" y="5245417"/>
                  </a:lnTo>
                  <a:close/>
                </a:path>
                <a:path w="6574790" h="5986780">
                  <a:moveTo>
                    <a:pt x="30568" y="5131130"/>
                  </a:moveTo>
                  <a:lnTo>
                    <a:pt x="11531" y="5130800"/>
                  </a:lnTo>
                  <a:lnTo>
                    <a:pt x="10414" y="5194287"/>
                  </a:lnTo>
                  <a:lnTo>
                    <a:pt x="29464" y="5194630"/>
                  </a:lnTo>
                  <a:lnTo>
                    <a:pt x="30568" y="5131130"/>
                  </a:lnTo>
                  <a:close/>
                </a:path>
                <a:path w="6574790" h="5986780">
                  <a:moveTo>
                    <a:pt x="32562" y="5016855"/>
                  </a:moveTo>
                  <a:lnTo>
                    <a:pt x="13525" y="5016525"/>
                  </a:lnTo>
                  <a:lnTo>
                    <a:pt x="12407" y="5080012"/>
                  </a:lnTo>
                  <a:lnTo>
                    <a:pt x="31457" y="5080343"/>
                  </a:lnTo>
                  <a:lnTo>
                    <a:pt x="32562" y="5016855"/>
                  </a:lnTo>
                  <a:close/>
                </a:path>
                <a:path w="6574790" h="5986780">
                  <a:moveTo>
                    <a:pt x="33235" y="5829782"/>
                  </a:moveTo>
                  <a:lnTo>
                    <a:pt x="29591" y="5821908"/>
                  </a:lnTo>
                  <a:lnTo>
                    <a:pt x="8877" y="5829363"/>
                  </a:lnTo>
                  <a:lnTo>
                    <a:pt x="10960" y="5829401"/>
                  </a:lnTo>
                  <a:lnTo>
                    <a:pt x="33235" y="5829782"/>
                  </a:lnTo>
                  <a:close/>
                </a:path>
                <a:path w="6574790" h="5986780">
                  <a:moveTo>
                    <a:pt x="34569" y="4902568"/>
                  </a:moveTo>
                  <a:lnTo>
                    <a:pt x="15519" y="4902238"/>
                  </a:lnTo>
                  <a:lnTo>
                    <a:pt x="14401" y="4965725"/>
                  </a:lnTo>
                  <a:lnTo>
                    <a:pt x="33451" y="4966055"/>
                  </a:lnTo>
                  <a:lnTo>
                    <a:pt x="34569" y="4902568"/>
                  </a:lnTo>
                  <a:close/>
                </a:path>
                <a:path w="6574790" h="5986780">
                  <a:moveTo>
                    <a:pt x="36563" y="4788281"/>
                  </a:moveTo>
                  <a:lnTo>
                    <a:pt x="17513" y="4787951"/>
                  </a:lnTo>
                  <a:lnTo>
                    <a:pt x="16408" y="4851451"/>
                  </a:lnTo>
                  <a:lnTo>
                    <a:pt x="35445" y="4851781"/>
                  </a:lnTo>
                  <a:lnTo>
                    <a:pt x="36563" y="4788281"/>
                  </a:lnTo>
                  <a:close/>
                </a:path>
                <a:path w="6574790" h="5986780">
                  <a:moveTo>
                    <a:pt x="38557" y="4674006"/>
                  </a:moveTo>
                  <a:lnTo>
                    <a:pt x="19507" y="4673676"/>
                  </a:lnTo>
                  <a:lnTo>
                    <a:pt x="18402" y="4737163"/>
                  </a:lnTo>
                  <a:lnTo>
                    <a:pt x="37439" y="4737493"/>
                  </a:lnTo>
                  <a:lnTo>
                    <a:pt x="38557" y="4674006"/>
                  </a:lnTo>
                  <a:close/>
                </a:path>
                <a:path w="6574790" h="5986780">
                  <a:moveTo>
                    <a:pt x="40551" y="4559719"/>
                  </a:moveTo>
                  <a:lnTo>
                    <a:pt x="21501" y="4559389"/>
                  </a:lnTo>
                  <a:lnTo>
                    <a:pt x="20396" y="4622876"/>
                  </a:lnTo>
                  <a:lnTo>
                    <a:pt x="39433" y="4623206"/>
                  </a:lnTo>
                  <a:lnTo>
                    <a:pt x="40551" y="4559719"/>
                  </a:lnTo>
                  <a:close/>
                </a:path>
                <a:path w="6574790" h="5986780">
                  <a:moveTo>
                    <a:pt x="42545" y="4445444"/>
                  </a:moveTo>
                  <a:lnTo>
                    <a:pt x="23495" y="4445101"/>
                  </a:lnTo>
                  <a:lnTo>
                    <a:pt x="22390" y="4508601"/>
                  </a:lnTo>
                  <a:lnTo>
                    <a:pt x="41440" y="4508932"/>
                  </a:lnTo>
                  <a:lnTo>
                    <a:pt x="42545" y="4445444"/>
                  </a:lnTo>
                  <a:close/>
                </a:path>
                <a:path w="6574790" h="5986780">
                  <a:moveTo>
                    <a:pt x="44538" y="4331157"/>
                  </a:moveTo>
                  <a:lnTo>
                    <a:pt x="25488" y="4330827"/>
                  </a:lnTo>
                  <a:lnTo>
                    <a:pt x="24384" y="4394314"/>
                  </a:lnTo>
                  <a:lnTo>
                    <a:pt x="43434" y="4394644"/>
                  </a:lnTo>
                  <a:lnTo>
                    <a:pt x="44538" y="4331157"/>
                  </a:lnTo>
                  <a:close/>
                </a:path>
                <a:path w="6574790" h="5986780">
                  <a:moveTo>
                    <a:pt x="45173" y="5829998"/>
                  </a:moveTo>
                  <a:lnTo>
                    <a:pt x="37515" y="5838825"/>
                  </a:lnTo>
                  <a:lnTo>
                    <a:pt x="38506" y="5842584"/>
                  </a:lnTo>
                  <a:lnTo>
                    <a:pt x="45173" y="5829998"/>
                  </a:lnTo>
                  <a:close/>
                </a:path>
                <a:path w="6574790" h="5986780">
                  <a:moveTo>
                    <a:pt x="46532" y="4216870"/>
                  </a:moveTo>
                  <a:lnTo>
                    <a:pt x="27482" y="4216539"/>
                  </a:lnTo>
                  <a:lnTo>
                    <a:pt x="26377" y="4280027"/>
                  </a:lnTo>
                  <a:lnTo>
                    <a:pt x="45427" y="4280370"/>
                  </a:lnTo>
                  <a:lnTo>
                    <a:pt x="46532" y="4216870"/>
                  </a:lnTo>
                  <a:close/>
                </a:path>
                <a:path w="6574790" h="5986780">
                  <a:moveTo>
                    <a:pt x="48526" y="4102595"/>
                  </a:moveTo>
                  <a:lnTo>
                    <a:pt x="29476" y="4102265"/>
                  </a:lnTo>
                  <a:lnTo>
                    <a:pt x="28371" y="4165752"/>
                  </a:lnTo>
                  <a:lnTo>
                    <a:pt x="47421" y="4166082"/>
                  </a:lnTo>
                  <a:lnTo>
                    <a:pt x="48526" y="4102595"/>
                  </a:lnTo>
                  <a:close/>
                </a:path>
                <a:path w="6574790" h="5986780">
                  <a:moveTo>
                    <a:pt x="50520" y="3988308"/>
                  </a:moveTo>
                  <a:lnTo>
                    <a:pt x="31470" y="3987977"/>
                  </a:lnTo>
                  <a:lnTo>
                    <a:pt x="30365" y="4051465"/>
                  </a:lnTo>
                  <a:lnTo>
                    <a:pt x="49415" y="4051795"/>
                  </a:lnTo>
                  <a:lnTo>
                    <a:pt x="50520" y="3988308"/>
                  </a:lnTo>
                  <a:close/>
                </a:path>
                <a:path w="6574790" h="5986780">
                  <a:moveTo>
                    <a:pt x="52514" y="3874020"/>
                  </a:moveTo>
                  <a:lnTo>
                    <a:pt x="33464" y="3873690"/>
                  </a:lnTo>
                  <a:lnTo>
                    <a:pt x="32359" y="3937177"/>
                  </a:lnTo>
                  <a:lnTo>
                    <a:pt x="51409" y="3937520"/>
                  </a:lnTo>
                  <a:lnTo>
                    <a:pt x="52514" y="3874020"/>
                  </a:lnTo>
                  <a:close/>
                </a:path>
                <a:path w="6574790" h="5986780">
                  <a:moveTo>
                    <a:pt x="54508" y="3759746"/>
                  </a:moveTo>
                  <a:lnTo>
                    <a:pt x="35458" y="3759416"/>
                  </a:lnTo>
                  <a:lnTo>
                    <a:pt x="34353" y="3822903"/>
                  </a:lnTo>
                  <a:lnTo>
                    <a:pt x="53403" y="3823233"/>
                  </a:lnTo>
                  <a:lnTo>
                    <a:pt x="54508" y="3759746"/>
                  </a:lnTo>
                  <a:close/>
                </a:path>
                <a:path w="6574790" h="5986780">
                  <a:moveTo>
                    <a:pt x="55638" y="5853633"/>
                  </a:moveTo>
                  <a:lnTo>
                    <a:pt x="52933" y="5853074"/>
                  </a:lnTo>
                  <a:lnTo>
                    <a:pt x="35725" y="5840984"/>
                  </a:lnTo>
                  <a:lnTo>
                    <a:pt x="35267" y="5841428"/>
                  </a:lnTo>
                  <a:lnTo>
                    <a:pt x="35674" y="5840946"/>
                  </a:lnTo>
                  <a:lnTo>
                    <a:pt x="37515" y="5838825"/>
                  </a:lnTo>
                  <a:lnTo>
                    <a:pt x="35166" y="5829820"/>
                  </a:lnTo>
                  <a:lnTo>
                    <a:pt x="10960" y="5829401"/>
                  </a:lnTo>
                  <a:lnTo>
                    <a:pt x="21501" y="5842279"/>
                  </a:lnTo>
                  <a:lnTo>
                    <a:pt x="23190" y="5853087"/>
                  </a:lnTo>
                  <a:lnTo>
                    <a:pt x="22047" y="5854192"/>
                  </a:lnTo>
                  <a:lnTo>
                    <a:pt x="45237" y="5870473"/>
                  </a:lnTo>
                  <a:lnTo>
                    <a:pt x="48717" y="5871172"/>
                  </a:lnTo>
                  <a:lnTo>
                    <a:pt x="55638" y="5853633"/>
                  </a:lnTo>
                  <a:close/>
                </a:path>
                <a:path w="6574790" h="5986780">
                  <a:moveTo>
                    <a:pt x="56502" y="3645458"/>
                  </a:moveTo>
                  <a:lnTo>
                    <a:pt x="37452" y="3645128"/>
                  </a:lnTo>
                  <a:lnTo>
                    <a:pt x="36347" y="3708616"/>
                  </a:lnTo>
                  <a:lnTo>
                    <a:pt x="55397" y="3708946"/>
                  </a:lnTo>
                  <a:lnTo>
                    <a:pt x="56502" y="3645458"/>
                  </a:lnTo>
                  <a:close/>
                </a:path>
                <a:path w="6574790" h="5986780">
                  <a:moveTo>
                    <a:pt x="58496" y="3531184"/>
                  </a:moveTo>
                  <a:lnTo>
                    <a:pt x="39458" y="3530841"/>
                  </a:lnTo>
                  <a:lnTo>
                    <a:pt x="38341" y="3594341"/>
                  </a:lnTo>
                  <a:lnTo>
                    <a:pt x="57391" y="3594671"/>
                  </a:lnTo>
                  <a:lnTo>
                    <a:pt x="58496" y="3531184"/>
                  </a:lnTo>
                  <a:close/>
                </a:path>
                <a:path w="6574790" h="5986780">
                  <a:moveTo>
                    <a:pt x="60490" y="3416897"/>
                  </a:moveTo>
                  <a:lnTo>
                    <a:pt x="41452" y="3416566"/>
                  </a:lnTo>
                  <a:lnTo>
                    <a:pt x="40335" y="3480054"/>
                  </a:lnTo>
                  <a:lnTo>
                    <a:pt x="59385" y="3480384"/>
                  </a:lnTo>
                  <a:lnTo>
                    <a:pt x="60490" y="3416897"/>
                  </a:lnTo>
                  <a:close/>
                </a:path>
                <a:path w="6574790" h="5986780">
                  <a:moveTo>
                    <a:pt x="62484" y="3302609"/>
                  </a:moveTo>
                  <a:lnTo>
                    <a:pt x="43446" y="3302279"/>
                  </a:lnTo>
                  <a:lnTo>
                    <a:pt x="42329" y="3365766"/>
                  </a:lnTo>
                  <a:lnTo>
                    <a:pt x="61379" y="3366109"/>
                  </a:lnTo>
                  <a:lnTo>
                    <a:pt x="62484" y="3302609"/>
                  </a:lnTo>
                  <a:close/>
                </a:path>
                <a:path w="6574790" h="5986780">
                  <a:moveTo>
                    <a:pt x="64490" y="3188335"/>
                  </a:moveTo>
                  <a:lnTo>
                    <a:pt x="45440" y="3187992"/>
                  </a:lnTo>
                  <a:lnTo>
                    <a:pt x="44335" y="3251492"/>
                  </a:lnTo>
                  <a:lnTo>
                    <a:pt x="63373" y="3251822"/>
                  </a:lnTo>
                  <a:lnTo>
                    <a:pt x="64490" y="3188335"/>
                  </a:lnTo>
                  <a:close/>
                </a:path>
                <a:path w="6574790" h="5986780">
                  <a:moveTo>
                    <a:pt x="66484" y="3074047"/>
                  </a:moveTo>
                  <a:lnTo>
                    <a:pt x="47434" y="3073717"/>
                  </a:lnTo>
                  <a:lnTo>
                    <a:pt x="46329" y="3137204"/>
                  </a:lnTo>
                  <a:lnTo>
                    <a:pt x="65366" y="3137535"/>
                  </a:lnTo>
                  <a:lnTo>
                    <a:pt x="66484" y="3074047"/>
                  </a:lnTo>
                  <a:close/>
                </a:path>
                <a:path w="6574790" h="5986780">
                  <a:moveTo>
                    <a:pt x="68478" y="2959760"/>
                  </a:moveTo>
                  <a:lnTo>
                    <a:pt x="49428" y="2959430"/>
                  </a:lnTo>
                  <a:lnTo>
                    <a:pt x="48323" y="3022917"/>
                  </a:lnTo>
                  <a:lnTo>
                    <a:pt x="67360" y="3023260"/>
                  </a:lnTo>
                  <a:lnTo>
                    <a:pt x="68478" y="2959760"/>
                  </a:lnTo>
                  <a:close/>
                </a:path>
                <a:path w="6574790" h="5986780">
                  <a:moveTo>
                    <a:pt x="70472" y="2845485"/>
                  </a:moveTo>
                  <a:lnTo>
                    <a:pt x="51422" y="2845155"/>
                  </a:lnTo>
                  <a:lnTo>
                    <a:pt x="50317" y="2908643"/>
                  </a:lnTo>
                  <a:lnTo>
                    <a:pt x="69354" y="2908973"/>
                  </a:lnTo>
                  <a:lnTo>
                    <a:pt x="70472" y="2845485"/>
                  </a:lnTo>
                  <a:close/>
                </a:path>
                <a:path w="6574790" h="5986780">
                  <a:moveTo>
                    <a:pt x="72466" y="2731198"/>
                  </a:moveTo>
                  <a:lnTo>
                    <a:pt x="53416" y="2730868"/>
                  </a:lnTo>
                  <a:lnTo>
                    <a:pt x="52311" y="2794355"/>
                  </a:lnTo>
                  <a:lnTo>
                    <a:pt x="71361" y="2794685"/>
                  </a:lnTo>
                  <a:lnTo>
                    <a:pt x="72466" y="2731198"/>
                  </a:lnTo>
                  <a:close/>
                </a:path>
                <a:path w="6574790" h="5986780">
                  <a:moveTo>
                    <a:pt x="74460" y="2616911"/>
                  </a:moveTo>
                  <a:lnTo>
                    <a:pt x="55410" y="2616581"/>
                  </a:lnTo>
                  <a:lnTo>
                    <a:pt x="54305" y="2680081"/>
                  </a:lnTo>
                  <a:lnTo>
                    <a:pt x="73355" y="2680411"/>
                  </a:lnTo>
                  <a:lnTo>
                    <a:pt x="74460" y="2616911"/>
                  </a:lnTo>
                  <a:close/>
                </a:path>
                <a:path w="6574790" h="5986780">
                  <a:moveTo>
                    <a:pt x="76161" y="5805132"/>
                  </a:moveTo>
                  <a:lnTo>
                    <a:pt x="27317" y="5816981"/>
                  </a:lnTo>
                  <a:lnTo>
                    <a:pt x="29591" y="5821908"/>
                  </a:lnTo>
                  <a:lnTo>
                    <a:pt x="76161" y="5805132"/>
                  </a:lnTo>
                  <a:close/>
                </a:path>
                <a:path w="6574790" h="5986780">
                  <a:moveTo>
                    <a:pt x="76454" y="2502636"/>
                  </a:moveTo>
                  <a:lnTo>
                    <a:pt x="57404" y="2502306"/>
                  </a:lnTo>
                  <a:lnTo>
                    <a:pt x="56299" y="2565793"/>
                  </a:lnTo>
                  <a:lnTo>
                    <a:pt x="75349" y="2566124"/>
                  </a:lnTo>
                  <a:lnTo>
                    <a:pt x="76454" y="2502636"/>
                  </a:lnTo>
                  <a:close/>
                </a:path>
                <a:path w="6574790" h="5986780">
                  <a:moveTo>
                    <a:pt x="78447" y="2388349"/>
                  </a:moveTo>
                  <a:lnTo>
                    <a:pt x="59397" y="2388019"/>
                  </a:lnTo>
                  <a:lnTo>
                    <a:pt x="58293" y="2451506"/>
                  </a:lnTo>
                  <a:lnTo>
                    <a:pt x="77343" y="2451836"/>
                  </a:lnTo>
                  <a:lnTo>
                    <a:pt x="78447" y="2388349"/>
                  </a:lnTo>
                  <a:close/>
                </a:path>
                <a:path w="6574790" h="5986780">
                  <a:moveTo>
                    <a:pt x="80441" y="2274074"/>
                  </a:moveTo>
                  <a:lnTo>
                    <a:pt x="61391" y="2273731"/>
                  </a:lnTo>
                  <a:lnTo>
                    <a:pt x="60286" y="2337231"/>
                  </a:lnTo>
                  <a:lnTo>
                    <a:pt x="79336" y="2337562"/>
                  </a:lnTo>
                  <a:lnTo>
                    <a:pt x="80441" y="2274074"/>
                  </a:lnTo>
                  <a:close/>
                </a:path>
                <a:path w="6574790" h="5986780">
                  <a:moveTo>
                    <a:pt x="82435" y="2159787"/>
                  </a:moveTo>
                  <a:lnTo>
                    <a:pt x="63385" y="2159457"/>
                  </a:lnTo>
                  <a:lnTo>
                    <a:pt x="62280" y="2222944"/>
                  </a:lnTo>
                  <a:lnTo>
                    <a:pt x="81330" y="2223274"/>
                  </a:lnTo>
                  <a:lnTo>
                    <a:pt x="82435" y="2159787"/>
                  </a:lnTo>
                  <a:close/>
                </a:path>
                <a:path w="6574790" h="5986780">
                  <a:moveTo>
                    <a:pt x="84429" y="2045500"/>
                  </a:moveTo>
                  <a:lnTo>
                    <a:pt x="65379" y="2045169"/>
                  </a:lnTo>
                  <a:lnTo>
                    <a:pt x="64274" y="2108657"/>
                  </a:lnTo>
                  <a:lnTo>
                    <a:pt x="83324" y="2109000"/>
                  </a:lnTo>
                  <a:lnTo>
                    <a:pt x="84429" y="2045500"/>
                  </a:lnTo>
                  <a:close/>
                </a:path>
                <a:path w="6574790" h="5986780">
                  <a:moveTo>
                    <a:pt x="86423" y="1931225"/>
                  </a:moveTo>
                  <a:lnTo>
                    <a:pt x="67386" y="1930895"/>
                  </a:lnTo>
                  <a:lnTo>
                    <a:pt x="66268" y="1994382"/>
                  </a:lnTo>
                  <a:lnTo>
                    <a:pt x="85318" y="1994712"/>
                  </a:lnTo>
                  <a:lnTo>
                    <a:pt x="86423" y="1931225"/>
                  </a:lnTo>
                  <a:close/>
                </a:path>
                <a:path w="6574790" h="5986780">
                  <a:moveTo>
                    <a:pt x="88417" y="1816938"/>
                  </a:moveTo>
                  <a:lnTo>
                    <a:pt x="69380" y="1816608"/>
                  </a:lnTo>
                  <a:lnTo>
                    <a:pt x="68262" y="1880095"/>
                  </a:lnTo>
                  <a:lnTo>
                    <a:pt x="87312" y="1880425"/>
                  </a:lnTo>
                  <a:lnTo>
                    <a:pt x="88417" y="1816938"/>
                  </a:lnTo>
                  <a:close/>
                </a:path>
                <a:path w="6574790" h="5986780">
                  <a:moveTo>
                    <a:pt x="90411" y="1702650"/>
                  </a:moveTo>
                  <a:lnTo>
                    <a:pt x="71501" y="1702320"/>
                  </a:lnTo>
                  <a:lnTo>
                    <a:pt x="70383" y="1765820"/>
                  </a:lnTo>
                  <a:lnTo>
                    <a:pt x="89306" y="1766150"/>
                  </a:lnTo>
                  <a:lnTo>
                    <a:pt x="90411" y="1702650"/>
                  </a:lnTo>
                  <a:close/>
                </a:path>
                <a:path w="6574790" h="5986780">
                  <a:moveTo>
                    <a:pt x="92405" y="1588376"/>
                  </a:moveTo>
                  <a:lnTo>
                    <a:pt x="73494" y="1588046"/>
                  </a:lnTo>
                  <a:lnTo>
                    <a:pt x="72390" y="1651533"/>
                  </a:lnTo>
                  <a:lnTo>
                    <a:pt x="91300" y="1651863"/>
                  </a:lnTo>
                  <a:lnTo>
                    <a:pt x="92405" y="1588376"/>
                  </a:lnTo>
                  <a:close/>
                </a:path>
                <a:path w="6574790" h="5986780">
                  <a:moveTo>
                    <a:pt x="94411" y="1474089"/>
                  </a:moveTo>
                  <a:lnTo>
                    <a:pt x="75501" y="1473758"/>
                  </a:lnTo>
                  <a:lnTo>
                    <a:pt x="74383" y="1537246"/>
                  </a:lnTo>
                  <a:lnTo>
                    <a:pt x="93294" y="1537576"/>
                  </a:lnTo>
                  <a:lnTo>
                    <a:pt x="94411" y="1474089"/>
                  </a:lnTo>
                  <a:close/>
                </a:path>
                <a:path w="6574790" h="5986780">
                  <a:moveTo>
                    <a:pt x="96367" y="280149"/>
                  </a:moveTo>
                  <a:lnTo>
                    <a:pt x="95300" y="330936"/>
                  </a:lnTo>
                  <a:lnTo>
                    <a:pt x="95478" y="330936"/>
                  </a:lnTo>
                  <a:lnTo>
                    <a:pt x="96367" y="280149"/>
                  </a:lnTo>
                  <a:close/>
                </a:path>
                <a:path w="6574790" h="5986780">
                  <a:moveTo>
                    <a:pt x="96405" y="1359814"/>
                  </a:moveTo>
                  <a:lnTo>
                    <a:pt x="77495" y="1359484"/>
                  </a:lnTo>
                  <a:lnTo>
                    <a:pt x="76377" y="1422971"/>
                  </a:lnTo>
                  <a:lnTo>
                    <a:pt x="95288" y="1423301"/>
                  </a:lnTo>
                  <a:lnTo>
                    <a:pt x="96405" y="1359814"/>
                  </a:lnTo>
                  <a:close/>
                </a:path>
                <a:path w="6574790" h="5986780">
                  <a:moveTo>
                    <a:pt x="98361" y="165862"/>
                  </a:moveTo>
                  <a:lnTo>
                    <a:pt x="97307" y="216649"/>
                  </a:lnTo>
                  <a:lnTo>
                    <a:pt x="97472" y="216649"/>
                  </a:lnTo>
                  <a:lnTo>
                    <a:pt x="98361" y="165862"/>
                  </a:lnTo>
                  <a:close/>
                </a:path>
                <a:path w="6574790" h="5986780">
                  <a:moveTo>
                    <a:pt x="98399" y="1245527"/>
                  </a:moveTo>
                  <a:lnTo>
                    <a:pt x="79489" y="1245196"/>
                  </a:lnTo>
                  <a:lnTo>
                    <a:pt x="78384" y="1308684"/>
                  </a:lnTo>
                  <a:lnTo>
                    <a:pt x="97282" y="1309014"/>
                  </a:lnTo>
                  <a:lnTo>
                    <a:pt x="98399" y="1245527"/>
                  </a:lnTo>
                  <a:close/>
                </a:path>
                <a:path w="6574790" h="5986780">
                  <a:moveTo>
                    <a:pt x="99923" y="76974"/>
                  </a:moveTo>
                  <a:lnTo>
                    <a:pt x="99301" y="102362"/>
                  </a:lnTo>
                  <a:lnTo>
                    <a:pt x="99479" y="102374"/>
                  </a:lnTo>
                  <a:lnTo>
                    <a:pt x="99923" y="76974"/>
                  </a:lnTo>
                  <a:close/>
                </a:path>
                <a:path w="6574790" h="5986780">
                  <a:moveTo>
                    <a:pt x="100393" y="1131239"/>
                  </a:moveTo>
                  <a:lnTo>
                    <a:pt x="81495" y="1130909"/>
                  </a:lnTo>
                  <a:lnTo>
                    <a:pt x="80378" y="1194409"/>
                  </a:lnTo>
                  <a:lnTo>
                    <a:pt x="99275" y="1194739"/>
                  </a:lnTo>
                  <a:lnTo>
                    <a:pt x="100393" y="1131239"/>
                  </a:lnTo>
                  <a:close/>
                </a:path>
                <a:path w="6574790" h="5986780">
                  <a:moveTo>
                    <a:pt x="102387" y="1016965"/>
                  </a:moveTo>
                  <a:lnTo>
                    <a:pt x="83489" y="1016635"/>
                  </a:lnTo>
                  <a:lnTo>
                    <a:pt x="82384" y="1080122"/>
                  </a:lnTo>
                  <a:lnTo>
                    <a:pt x="101282" y="1080452"/>
                  </a:lnTo>
                  <a:lnTo>
                    <a:pt x="102387" y="1016965"/>
                  </a:lnTo>
                  <a:close/>
                </a:path>
                <a:path w="6574790" h="5986780">
                  <a:moveTo>
                    <a:pt x="104381" y="902677"/>
                  </a:moveTo>
                  <a:lnTo>
                    <a:pt x="85483" y="902347"/>
                  </a:lnTo>
                  <a:lnTo>
                    <a:pt x="84378" y="965835"/>
                  </a:lnTo>
                  <a:lnTo>
                    <a:pt x="103276" y="966165"/>
                  </a:lnTo>
                  <a:lnTo>
                    <a:pt x="104381" y="902677"/>
                  </a:lnTo>
                  <a:close/>
                </a:path>
                <a:path w="6574790" h="5986780">
                  <a:moveTo>
                    <a:pt x="106375" y="788390"/>
                  </a:moveTo>
                  <a:lnTo>
                    <a:pt x="87490" y="788060"/>
                  </a:lnTo>
                  <a:lnTo>
                    <a:pt x="86372" y="851560"/>
                  </a:lnTo>
                  <a:lnTo>
                    <a:pt x="105270" y="851890"/>
                  </a:lnTo>
                  <a:lnTo>
                    <a:pt x="106375" y="788390"/>
                  </a:lnTo>
                  <a:close/>
                </a:path>
                <a:path w="6574790" h="5986780">
                  <a:moveTo>
                    <a:pt x="108369" y="674116"/>
                  </a:moveTo>
                  <a:lnTo>
                    <a:pt x="89484" y="673785"/>
                  </a:lnTo>
                  <a:lnTo>
                    <a:pt x="88379" y="737273"/>
                  </a:lnTo>
                  <a:lnTo>
                    <a:pt x="107264" y="737603"/>
                  </a:lnTo>
                  <a:lnTo>
                    <a:pt x="108369" y="674116"/>
                  </a:lnTo>
                  <a:close/>
                </a:path>
                <a:path w="6574790" h="5986780">
                  <a:moveTo>
                    <a:pt x="110363" y="559828"/>
                  </a:moveTo>
                  <a:lnTo>
                    <a:pt x="91478" y="559498"/>
                  </a:lnTo>
                  <a:lnTo>
                    <a:pt x="90373" y="622985"/>
                  </a:lnTo>
                  <a:lnTo>
                    <a:pt x="109258" y="623316"/>
                  </a:lnTo>
                  <a:lnTo>
                    <a:pt x="110363" y="559828"/>
                  </a:lnTo>
                  <a:close/>
                </a:path>
                <a:path w="6574790" h="5986780">
                  <a:moveTo>
                    <a:pt x="112356" y="445554"/>
                  </a:moveTo>
                  <a:lnTo>
                    <a:pt x="93484" y="445223"/>
                  </a:lnTo>
                  <a:lnTo>
                    <a:pt x="92367" y="508711"/>
                  </a:lnTo>
                  <a:lnTo>
                    <a:pt x="111252" y="509041"/>
                  </a:lnTo>
                  <a:lnTo>
                    <a:pt x="112356" y="445554"/>
                  </a:lnTo>
                  <a:close/>
                </a:path>
                <a:path w="6574790" h="5986780">
                  <a:moveTo>
                    <a:pt x="114350" y="331266"/>
                  </a:moveTo>
                  <a:lnTo>
                    <a:pt x="95478" y="330936"/>
                  </a:lnTo>
                  <a:lnTo>
                    <a:pt x="94373" y="394423"/>
                  </a:lnTo>
                  <a:lnTo>
                    <a:pt x="113245" y="394754"/>
                  </a:lnTo>
                  <a:lnTo>
                    <a:pt x="114350" y="331266"/>
                  </a:lnTo>
                  <a:close/>
                </a:path>
                <a:path w="6574790" h="5986780">
                  <a:moveTo>
                    <a:pt x="116344" y="216979"/>
                  </a:moveTo>
                  <a:lnTo>
                    <a:pt x="97472" y="216649"/>
                  </a:lnTo>
                  <a:lnTo>
                    <a:pt x="96367" y="280149"/>
                  </a:lnTo>
                  <a:lnTo>
                    <a:pt x="115239" y="280479"/>
                  </a:lnTo>
                  <a:lnTo>
                    <a:pt x="116344" y="216979"/>
                  </a:lnTo>
                  <a:close/>
                </a:path>
                <a:path w="6574790" h="5986780">
                  <a:moveTo>
                    <a:pt x="118338" y="102704"/>
                  </a:moveTo>
                  <a:lnTo>
                    <a:pt x="99479" y="102374"/>
                  </a:lnTo>
                  <a:lnTo>
                    <a:pt x="98361" y="165862"/>
                  </a:lnTo>
                  <a:lnTo>
                    <a:pt x="117233" y="166192"/>
                  </a:lnTo>
                  <a:lnTo>
                    <a:pt x="118338" y="102704"/>
                  </a:lnTo>
                  <a:close/>
                </a:path>
                <a:path w="6574790" h="5986780">
                  <a:moveTo>
                    <a:pt x="132321" y="39433"/>
                  </a:moveTo>
                  <a:lnTo>
                    <a:pt x="105524" y="38963"/>
                  </a:lnTo>
                  <a:lnTo>
                    <a:pt x="125158" y="49911"/>
                  </a:lnTo>
                  <a:lnTo>
                    <a:pt x="132321" y="39433"/>
                  </a:lnTo>
                  <a:close/>
                </a:path>
                <a:path w="6574790" h="5986780">
                  <a:moveTo>
                    <a:pt x="157594" y="21704"/>
                  </a:moveTo>
                  <a:lnTo>
                    <a:pt x="156946" y="21704"/>
                  </a:lnTo>
                  <a:lnTo>
                    <a:pt x="150825" y="4064"/>
                  </a:lnTo>
                  <a:lnTo>
                    <a:pt x="147624" y="4648"/>
                  </a:lnTo>
                  <a:lnTo>
                    <a:pt x="123113" y="20599"/>
                  </a:lnTo>
                  <a:lnTo>
                    <a:pt x="122732" y="21094"/>
                  </a:lnTo>
                  <a:lnTo>
                    <a:pt x="131648" y="21259"/>
                  </a:lnTo>
                  <a:lnTo>
                    <a:pt x="122504" y="21094"/>
                  </a:lnTo>
                  <a:lnTo>
                    <a:pt x="135851" y="34925"/>
                  </a:lnTo>
                  <a:lnTo>
                    <a:pt x="136321" y="34290"/>
                  </a:lnTo>
                  <a:lnTo>
                    <a:pt x="154711" y="22288"/>
                  </a:lnTo>
                  <a:lnTo>
                    <a:pt x="157594" y="21704"/>
                  </a:lnTo>
                  <a:close/>
                </a:path>
                <a:path w="6574790" h="5986780">
                  <a:moveTo>
                    <a:pt x="166179" y="5859462"/>
                  </a:moveTo>
                  <a:lnTo>
                    <a:pt x="108788" y="5858459"/>
                  </a:lnTo>
                  <a:lnTo>
                    <a:pt x="108458" y="5877547"/>
                  </a:lnTo>
                  <a:lnTo>
                    <a:pt x="165849" y="5878550"/>
                  </a:lnTo>
                  <a:lnTo>
                    <a:pt x="166179" y="5859462"/>
                  </a:lnTo>
                  <a:close/>
                </a:path>
                <a:path w="6574790" h="5986780">
                  <a:moveTo>
                    <a:pt x="175933" y="177"/>
                  </a:moveTo>
                  <a:lnTo>
                    <a:pt x="172377" y="0"/>
                  </a:lnTo>
                  <a:lnTo>
                    <a:pt x="171894" y="114"/>
                  </a:lnTo>
                  <a:lnTo>
                    <a:pt x="175933" y="177"/>
                  </a:lnTo>
                  <a:close/>
                </a:path>
                <a:path w="6574790" h="5986780">
                  <a:moveTo>
                    <a:pt x="176085" y="78308"/>
                  </a:moveTo>
                  <a:lnTo>
                    <a:pt x="118999" y="26504"/>
                  </a:lnTo>
                  <a:lnTo>
                    <a:pt x="106413" y="38976"/>
                  </a:lnTo>
                  <a:lnTo>
                    <a:pt x="132321" y="39433"/>
                  </a:lnTo>
                  <a:lnTo>
                    <a:pt x="176085" y="78308"/>
                  </a:lnTo>
                  <a:close/>
                </a:path>
                <a:path w="6574790" h="5986780">
                  <a:moveTo>
                    <a:pt x="176085" y="78308"/>
                  </a:moveTo>
                  <a:lnTo>
                    <a:pt x="125158" y="49911"/>
                  </a:lnTo>
                  <a:lnTo>
                    <a:pt x="123736" y="51981"/>
                  </a:lnTo>
                  <a:lnTo>
                    <a:pt x="122643" y="51968"/>
                  </a:lnTo>
                  <a:lnTo>
                    <a:pt x="176085" y="78308"/>
                  </a:lnTo>
                  <a:close/>
                </a:path>
                <a:path w="6574790" h="5986780">
                  <a:moveTo>
                    <a:pt x="211023" y="419"/>
                  </a:moveTo>
                  <a:lnTo>
                    <a:pt x="187375" y="381"/>
                  </a:lnTo>
                  <a:lnTo>
                    <a:pt x="211023" y="800"/>
                  </a:lnTo>
                  <a:lnTo>
                    <a:pt x="211023" y="419"/>
                  </a:lnTo>
                  <a:close/>
                </a:path>
                <a:path w="6574790" h="5986780">
                  <a:moveTo>
                    <a:pt x="268427" y="1790"/>
                  </a:moveTo>
                  <a:lnTo>
                    <a:pt x="211023" y="800"/>
                  </a:lnTo>
                  <a:lnTo>
                    <a:pt x="210718" y="18567"/>
                  </a:lnTo>
                  <a:lnTo>
                    <a:pt x="268109" y="19570"/>
                  </a:lnTo>
                  <a:lnTo>
                    <a:pt x="268427" y="1790"/>
                  </a:lnTo>
                  <a:close/>
                </a:path>
                <a:path w="6574790" h="5986780">
                  <a:moveTo>
                    <a:pt x="280949" y="5861456"/>
                  </a:moveTo>
                  <a:lnTo>
                    <a:pt x="223570" y="5860453"/>
                  </a:lnTo>
                  <a:lnTo>
                    <a:pt x="223240" y="5879554"/>
                  </a:lnTo>
                  <a:lnTo>
                    <a:pt x="280619" y="5880557"/>
                  </a:lnTo>
                  <a:lnTo>
                    <a:pt x="280949" y="5861456"/>
                  </a:lnTo>
                  <a:close/>
                </a:path>
                <a:path w="6574790" h="5986780">
                  <a:moveTo>
                    <a:pt x="322681" y="2743"/>
                  </a:moveTo>
                  <a:lnTo>
                    <a:pt x="268427" y="1536"/>
                  </a:lnTo>
                  <a:lnTo>
                    <a:pt x="268427" y="1790"/>
                  </a:lnTo>
                  <a:lnTo>
                    <a:pt x="322681" y="2743"/>
                  </a:lnTo>
                  <a:close/>
                </a:path>
                <a:path w="6574790" h="5986780">
                  <a:moveTo>
                    <a:pt x="383197" y="3797"/>
                  </a:moveTo>
                  <a:lnTo>
                    <a:pt x="325818" y="2794"/>
                  </a:lnTo>
                  <a:lnTo>
                    <a:pt x="325513" y="20574"/>
                  </a:lnTo>
                  <a:lnTo>
                    <a:pt x="382879" y="21577"/>
                  </a:lnTo>
                  <a:lnTo>
                    <a:pt x="383197" y="3797"/>
                  </a:lnTo>
                  <a:close/>
                </a:path>
                <a:path w="6574790" h="5986780">
                  <a:moveTo>
                    <a:pt x="395744" y="5863463"/>
                  </a:moveTo>
                  <a:lnTo>
                    <a:pt x="338340" y="5862459"/>
                  </a:lnTo>
                  <a:lnTo>
                    <a:pt x="338010" y="5881548"/>
                  </a:lnTo>
                  <a:lnTo>
                    <a:pt x="362102" y="5881979"/>
                  </a:lnTo>
                  <a:lnTo>
                    <a:pt x="395401" y="5882551"/>
                  </a:lnTo>
                  <a:lnTo>
                    <a:pt x="395401" y="5882056"/>
                  </a:lnTo>
                  <a:lnTo>
                    <a:pt x="395414" y="5881916"/>
                  </a:lnTo>
                  <a:lnTo>
                    <a:pt x="395744" y="5863463"/>
                  </a:lnTo>
                  <a:close/>
                </a:path>
                <a:path w="6574790" h="5986780">
                  <a:moveTo>
                    <a:pt x="497979" y="5803"/>
                  </a:moveTo>
                  <a:lnTo>
                    <a:pt x="440588" y="4800"/>
                  </a:lnTo>
                  <a:lnTo>
                    <a:pt x="440270" y="22580"/>
                  </a:lnTo>
                  <a:lnTo>
                    <a:pt x="468972" y="23075"/>
                  </a:lnTo>
                  <a:lnTo>
                    <a:pt x="497674" y="23583"/>
                  </a:lnTo>
                  <a:lnTo>
                    <a:pt x="497674" y="23075"/>
                  </a:lnTo>
                  <a:lnTo>
                    <a:pt x="497687" y="22948"/>
                  </a:lnTo>
                  <a:lnTo>
                    <a:pt x="497979" y="5803"/>
                  </a:lnTo>
                  <a:close/>
                </a:path>
                <a:path w="6574790" h="5986780">
                  <a:moveTo>
                    <a:pt x="510527" y="5865469"/>
                  </a:moveTo>
                  <a:lnTo>
                    <a:pt x="453136" y="5864466"/>
                  </a:lnTo>
                  <a:lnTo>
                    <a:pt x="452805" y="5883554"/>
                  </a:lnTo>
                  <a:lnTo>
                    <a:pt x="510197" y="5884557"/>
                  </a:lnTo>
                  <a:lnTo>
                    <a:pt x="510527" y="5865469"/>
                  </a:lnTo>
                  <a:close/>
                </a:path>
                <a:path w="6574790" h="5986780">
                  <a:moveTo>
                    <a:pt x="555383" y="6553"/>
                  </a:moveTo>
                  <a:lnTo>
                    <a:pt x="497992" y="5295"/>
                  </a:lnTo>
                  <a:lnTo>
                    <a:pt x="497979" y="5803"/>
                  </a:lnTo>
                  <a:lnTo>
                    <a:pt x="555383" y="6807"/>
                  </a:lnTo>
                  <a:lnTo>
                    <a:pt x="555383" y="6553"/>
                  </a:lnTo>
                  <a:close/>
                </a:path>
                <a:path w="6574790" h="5986780">
                  <a:moveTo>
                    <a:pt x="612775" y="7810"/>
                  </a:moveTo>
                  <a:lnTo>
                    <a:pt x="555383" y="6807"/>
                  </a:lnTo>
                  <a:lnTo>
                    <a:pt x="555066" y="24587"/>
                  </a:lnTo>
                  <a:lnTo>
                    <a:pt x="612457" y="25590"/>
                  </a:lnTo>
                  <a:lnTo>
                    <a:pt x="612775" y="7810"/>
                  </a:lnTo>
                  <a:close/>
                </a:path>
                <a:path w="6574790" h="5986780">
                  <a:moveTo>
                    <a:pt x="625297" y="5867476"/>
                  </a:moveTo>
                  <a:lnTo>
                    <a:pt x="567905" y="5866473"/>
                  </a:lnTo>
                  <a:lnTo>
                    <a:pt x="567575" y="5885561"/>
                  </a:lnTo>
                  <a:lnTo>
                    <a:pt x="580390" y="5885789"/>
                  </a:lnTo>
                  <a:lnTo>
                    <a:pt x="624967" y="5886564"/>
                  </a:lnTo>
                  <a:lnTo>
                    <a:pt x="624979" y="5885802"/>
                  </a:lnTo>
                  <a:lnTo>
                    <a:pt x="625297" y="5867476"/>
                  </a:lnTo>
                  <a:close/>
                </a:path>
                <a:path w="6574790" h="5986780">
                  <a:moveTo>
                    <a:pt x="670153" y="8178"/>
                  </a:moveTo>
                  <a:lnTo>
                    <a:pt x="655815" y="7924"/>
                  </a:lnTo>
                  <a:lnTo>
                    <a:pt x="619950" y="7937"/>
                  </a:lnTo>
                  <a:lnTo>
                    <a:pt x="670140" y="8813"/>
                  </a:lnTo>
                  <a:lnTo>
                    <a:pt x="670153" y="8178"/>
                  </a:lnTo>
                  <a:close/>
                </a:path>
                <a:path w="6574790" h="5986780">
                  <a:moveTo>
                    <a:pt x="670166" y="7924"/>
                  </a:moveTo>
                  <a:lnTo>
                    <a:pt x="440588" y="3924"/>
                  </a:lnTo>
                  <a:lnTo>
                    <a:pt x="388277" y="2870"/>
                  </a:lnTo>
                  <a:lnTo>
                    <a:pt x="383209" y="2908"/>
                  </a:lnTo>
                  <a:lnTo>
                    <a:pt x="383197" y="3797"/>
                  </a:lnTo>
                  <a:lnTo>
                    <a:pt x="440588" y="4800"/>
                  </a:lnTo>
                  <a:lnTo>
                    <a:pt x="440588" y="4038"/>
                  </a:lnTo>
                  <a:lnTo>
                    <a:pt x="466763" y="4622"/>
                  </a:lnTo>
                  <a:lnTo>
                    <a:pt x="655815" y="7924"/>
                  </a:lnTo>
                  <a:lnTo>
                    <a:pt x="670166" y="7924"/>
                  </a:lnTo>
                  <a:close/>
                </a:path>
                <a:path w="6574790" h="5986780">
                  <a:moveTo>
                    <a:pt x="688555" y="27089"/>
                  </a:moveTo>
                  <a:lnTo>
                    <a:pt x="626783" y="27101"/>
                  </a:lnTo>
                  <a:lnTo>
                    <a:pt x="627024" y="27114"/>
                  </a:lnTo>
                  <a:lnTo>
                    <a:pt x="641616" y="27114"/>
                  </a:lnTo>
                  <a:lnTo>
                    <a:pt x="643686" y="27139"/>
                  </a:lnTo>
                  <a:lnTo>
                    <a:pt x="688555" y="27089"/>
                  </a:lnTo>
                  <a:close/>
                </a:path>
                <a:path w="6574790" h="5986780">
                  <a:moveTo>
                    <a:pt x="727544" y="9804"/>
                  </a:moveTo>
                  <a:lnTo>
                    <a:pt x="670140" y="8813"/>
                  </a:lnTo>
                  <a:lnTo>
                    <a:pt x="669836" y="26581"/>
                  </a:lnTo>
                  <a:lnTo>
                    <a:pt x="697776" y="27076"/>
                  </a:lnTo>
                  <a:lnTo>
                    <a:pt x="698258" y="27089"/>
                  </a:lnTo>
                  <a:lnTo>
                    <a:pt x="727227" y="27584"/>
                  </a:lnTo>
                  <a:lnTo>
                    <a:pt x="727227" y="27089"/>
                  </a:lnTo>
                  <a:lnTo>
                    <a:pt x="727240" y="26949"/>
                  </a:lnTo>
                  <a:lnTo>
                    <a:pt x="727544" y="9804"/>
                  </a:lnTo>
                  <a:close/>
                </a:path>
                <a:path w="6574790" h="5986780">
                  <a:moveTo>
                    <a:pt x="740092" y="5869470"/>
                  </a:moveTo>
                  <a:lnTo>
                    <a:pt x="682701" y="5868467"/>
                  </a:lnTo>
                  <a:lnTo>
                    <a:pt x="682358" y="5887567"/>
                  </a:lnTo>
                  <a:lnTo>
                    <a:pt x="739762" y="5888571"/>
                  </a:lnTo>
                  <a:lnTo>
                    <a:pt x="740092" y="5869470"/>
                  </a:lnTo>
                  <a:close/>
                </a:path>
                <a:path w="6574790" h="5986780">
                  <a:moveTo>
                    <a:pt x="842327" y="11811"/>
                  </a:moveTo>
                  <a:lnTo>
                    <a:pt x="784936" y="10807"/>
                  </a:lnTo>
                  <a:lnTo>
                    <a:pt x="784631" y="28587"/>
                  </a:lnTo>
                  <a:lnTo>
                    <a:pt x="834847" y="29464"/>
                  </a:lnTo>
                  <a:lnTo>
                    <a:pt x="842022" y="29591"/>
                  </a:lnTo>
                  <a:lnTo>
                    <a:pt x="842022" y="29464"/>
                  </a:lnTo>
                  <a:lnTo>
                    <a:pt x="842327" y="11811"/>
                  </a:lnTo>
                  <a:close/>
                </a:path>
                <a:path w="6574790" h="5986780">
                  <a:moveTo>
                    <a:pt x="854862" y="5871476"/>
                  </a:moveTo>
                  <a:lnTo>
                    <a:pt x="801814" y="5870562"/>
                  </a:lnTo>
                  <a:lnTo>
                    <a:pt x="801395" y="5870549"/>
                  </a:lnTo>
                  <a:lnTo>
                    <a:pt x="801090" y="5870549"/>
                  </a:lnTo>
                  <a:lnTo>
                    <a:pt x="800900" y="5870537"/>
                  </a:lnTo>
                  <a:lnTo>
                    <a:pt x="797458" y="5870473"/>
                  </a:lnTo>
                  <a:lnTo>
                    <a:pt x="797128" y="5889561"/>
                  </a:lnTo>
                  <a:lnTo>
                    <a:pt x="854519" y="5890565"/>
                  </a:lnTo>
                  <a:lnTo>
                    <a:pt x="854862" y="5871476"/>
                  </a:lnTo>
                  <a:close/>
                </a:path>
                <a:path w="6574790" h="5986780">
                  <a:moveTo>
                    <a:pt x="957097" y="13817"/>
                  </a:moveTo>
                  <a:lnTo>
                    <a:pt x="899731" y="12814"/>
                  </a:lnTo>
                  <a:lnTo>
                    <a:pt x="899414" y="30594"/>
                  </a:lnTo>
                  <a:lnTo>
                    <a:pt x="956792" y="31597"/>
                  </a:lnTo>
                  <a:lnTo>
                    <a:pt x="957097" y="13817"/>
                  </a:lnTo>
                  <a:close/>
                </a:path>
                <a:path w="6574790" h="5986780">
                  <a:moveTo>
                    <a:pt x="957122" y="12928"/>
                  </a:moveTo>
                  <a:lnTo>
                    <a:pt x="670166" y="7924"/>
                  </a:lnTo>
                  <a:lnTo>
                    <a:pt x="670153" y="8178"/>
                  </a:lnTo>
                  <a:lnTo>
                    <a:pt x="727544" y="9182"/>
                  </a:lnTo>
                  <a:lnTo>
                    <a:pt x="727544" y="9804"/>
                  </a:lnTo>
                  <a:lnTo>
                    <a:pt x="784936" y="10807"/>
                  </a:lnTo>
                  <a:lnTo>
                    <a:pt x="784936" y="10439"/>
                  </a:lnTo>
                  <a:lnTo>
                    <a:pt x="813638" y="11061"/>
                  </a:lnTo>
                  <a:lnTo>
                    <a:pt x="842327" y="11696"/>
                  </a:lnTo>
                  <a:lnTo>
                    <a:pt x="842327" y="11569"/>
                  </a:lnTo>
                  <a:lnTo>
                    <a:pt x="957110" y="13563"/>
                  </a:lnTo>
                  <a:lnTo>
                    <a:pt x="957110" y="13309"/>
                  </a:lnTo>
                  <a:lnTo>
                    <a:pt x="784936" y="10312"/>
                  </a:lnTo>
                  <a:lnTo>
                    <a:pt x="732155" y="9271"/>
                  </a:lnTo>
                  <a:lnTo>
                    <a:pt x="957110" y="13182"/>
                  </a:lnTo>
                  <a:lnTo>
                    <a:pt x="957122" y="12928"/>
                  </a:lnTo>
                  <a:close/>
                </a:path>
                <a:path w="6574790" h="5986780">
                  <a:moveTo>
                    <a:pt x="969645" y="5873483"/>
                  </a:moveTo>
                  <a:lnTo>
                    <a:pt x="912253" y="5872480"/>
                  </a:lnTo>
                  <a:lnTo>
                    <a:pt x="911923" y="5891568"/>
                  </a:lnTo>
                  <a:lnTo>
                    <a:pt x="944181" y="5892139"/>
                  </a:lnTo>
                  <a:lnTo>
                    <a:pt x="969314" y="5892571"/>
                  </a:lnTo>
                  <a:lnTo>
                    <a:pt x="969314" y="5892203"/>
                  </a:lnTo>
                  <a:lnTo>
                    <a:pt x="969327" y="5891936"/>
                  </a:lnTo>
                  <a:lnTo>
                    <a:pt x="969645" y="5873483"/>
                  </a:lnTo>
                  <a:close/>
                </a:path>
                <a:path w="6574790" h="5986780">
                  <a:moveTo>
                    <a:pt x="1014501" y="14566"/>
                  </a:moveTo>
                  <a:lnTo>
                    <a:pt x="957110" y="13563"/>
                  </a:lnTo>
                  <a:lnTo>
                    <a:pt x="957097" y="13817"/>
                  </a:lnTo>
                  <a:lnTo>
                    <a:pt x="1014501" y="14820"/>
                  </a:lnTo>
                  <a:lnTo>
                    <a:pt x="1014501" y="14566"/>
                  </a:lnTo>
                  <a:close/>
                </a:path>
                <a:path w="6574790" h="5986780">
                  <a:moveTo>
                    <a:pt x="1014501" y="14185"/>
                  </a:moveTo>
                  <a:lnTo>
                    <a:pt x="957110" y="13182"/>
                  </a:lnTo>
                  <a:lnTo>
                    <a:pt x="957110" y="13309"/>
                  </a:lnTo>
                  <a:lnTo>
                    <a:pt x="1014501" y="14312"/>
                  </a:lnTo>
                  <a:lnTo>
                    <a:pt x="1014501" y="14185"/>
                  </a:lnTo>
                  <a:close/>
                </a:path>
                <a:path w="6574790" h="5986780">
                  <a:moveTo>
                    <a:pt x="1084414" y="5875490"/>
                  </a:moveTo>
                  <a:lnTo>
                    <a:pt x="1027049" y="5874486"/>
                  </a:lnTo>
                  <a:lnTo>
                    <a:pt x="1026706" y="5893574"/>
                  </a:lnTo>
                  <a:lnTo>
                    <a:pt x="1084084" y="5894578"/>
                  </a:lnTo>
                  <a:lnTo>
                    <a:pt x="1084414" y="5875490"/>
                  </a:lnTo>
                  <a:close/>
                </a:path>
                <a:path w="6574790" h="5986780">
                  <a:moveTo>
                    <a:pt x="1128979" y="34213"/>
                  </a:moveTo>
                  <a:lnTo>
                    <a:pt x="1079665" y="33362"/>
                  </a:lnTo>
                  <a:lnTo>
                    <a:pt x="1071587" y="33223"/>
                  </a:lnTo>
                  <a:lnTo>
                    <a:pt x="1071892" y="15824"/>
                  </a:lnTo>
                  <a:lnTo>
                    <a:pt x="1014501" y="14820"/>
                  </a:lnTo>
                  <a:lnTo>
                    <a:pt x="1014183" y="32600"/>
                  </a:lnTo>
                  <a:lnTo>
                    <a:pt x="1055179" y="33312"/>
                  </a:lnTo>
                  <a:lnTo>
                    <a:pt x="1071587" y="33604"/>
                  </a:lnTo>
                  <a:lnTo>
                    <a:pt x="1071587" y="33477"/>
                  </a:lnTo>
                  <a:lnTo>
                    <a:pt x="1128979" y="34467"/>
                  </a:lnTo>
                  <a:lnTo>
                    <a:pt x="1128979" y="34213"/>
                  </a:lnTo>
                  <a:close/>
                </a:path>
                <a:path w="6574790" h="5986780">
                  <a:moveTo>
                    <a:pt x="1129284" y="16827"/>
                  </a:moveTo>
                  <a:lnTo>
                    <a:pt x="1091031" y="15900"/>
                  </a:lnTo>
                  <a:lnTo>
                    <a:pt x="1071892" y="15570"/>
                  </a:lnTo>
                  <a:lnTo>
                    <a:pt x="1071892" y="15824"/>
                  </a:lnTo>
                  <a:lnTo>
                    <a:pt x="1129284" y="16827"/>
                  </a:lnTo>
                  <a:close/>
                </a:path>
                <a:path w="6574790" h="5986780">
                  <a:moveTo>
                    <a:pt x="1186357" y="35471"/>
                  </a:moveTo>
                  <a:lnTo>
                    <a:pt x="1128979" y="34467"/>
                  </a:lnTo>
                  <a:lnTo>
                    <a:pt x="1128979" y="34594"/>
                  </a:lnTo>
                  <a:lnTo>
                    <a:pt x="1186345" y="35598"/>
                  </a:lnTo>
                  <a:lnTo>
                    <a:pt x="1186357" y="35471"/>
                  </a:lnTo>
                  <a:close/>
                </a:path>
                <a:path w="6574790" h="5986780">
                  <a:moveTo>
                    <a:pt x="1186662" y="17818"/>
                  </a:moveTo>
                  <a:lnTo>
                    <a:pt x="1129284" y="16827"/>
                  </a:lnTo>
                  <a:lnTo>
                    <a:pt x="1128979" y="34213"/>
                  </a:lnTo>
                  <a:lnTo>
                    <a:pt x="1186357" y="35217"/>
                  </a:lnTo>
                  <a:lnTo>
                    <a:pt x="1186662" y="17818"/>
                  </a:lnTo>
                  <a:close/>
                </a:path>
                <a:path w="6574790" h="5986780">
                  <a:moveTo>
                    <a:pt x="1186675" y="17310"/>
                  </a:moveTo>
                  <a:lnTo>
                    <a:pt x="1071905" y="15316"/>
                  </a:lnTo>
                  <a:lnTo>
                    <a:pt x="1052766" y="14973"/>
                  </a:lnTo>
                  <a:lnTo>
                    <a:pt x="1053998" y="15011"/>
                  </a:lnTo>
                  <a:lnTo>
                    <a:pt x="1014501" y="14312"/>
                  </a:lnTo>
                  <a:lnTo>
                    <a:pt x="1014501" y="14566"/>
                  </a:lnTo>
                  <a:lnTo>
                    <a:pt x="1071892" y="15570"/>
                  </a:lnTo>
                  <a:lnTo>
                    <a:pt x="1071892" y="15443"/>
                  </a:lnTo>
                  <a:lnTo>
                    <a:pt x="1091031" y="15900"/>
                  </a:lnTo>
                  <a:lnTo>
                    <a:pt x="1186662" y="17564"/>
                  </a:lnTo>
                  <a:lnTo>
                    <a:pt x="1186675" y="17310"/>
                  </a:lnTo>
                  <a:close/>
                </a:path>
                <a:path w="6574790" h="5986780">
                  <a:moveTo>
                    <a:pt x="1186675" y="16929"/>
                  </a:moveTo>
                  <a:lnTo>
                    <a:pt x="957122" y="12928"/>
                  </a:lnTo>
                  <a:lnTo>
                    <a:pt x="1014501" y="14185"/>
                  </a:lnTo>
                  <a:lnTo>
                    <a:pt x="1186675" y="17183"/>
                  </a:lnTo>
                  <a:lnTo>
                    <a:pt x="1186675" y="16929"/>
                  </a:lnTo>
                  <a:close/>
                </a:path>
                <a:path w="6574790" h="5986780">
                  <a:moveTo>
                    <a:pt x="1199210" y="5877484"/>
                  </a:moveTo>
                  <a:lnTo>
                    <a:pt x="1141818" y="5876480"/>
                  </a:lnTo>
                  <a:lnTo>
                    <a:pt x="1141476" y="5895581"/>
                  </a:lnTo>
                  <a:lnTo>
                    <a:pt x="1162469" y="5895949"/>
                  </a:lnTo>
                  <a:lnTo>
                    <a:pt x="1198880" y="5896584"/>
                  </a:lnTo>
                  <a:lnTo>
                    <a:pt x="1198892" y="5895949"/>
                  </a:lnTo>
                  <a:lnTo>
                    <a:pt x="1199210" y="5877484"/>
                  </a:lnTo>
                  <a:close/>
                </a:path>
                <a:path w="6574790" h="5986780">
                  <a:moveTo>
                    <a:pt x="1214907" y="17424"/>
                  </a:moveTo>
                  <a:lnTo>
                    <a:pt x="1186675" y="16802"/>
                  </a:lnTo>
                  <a:lnTo>
                    <a:pt x="1186675" y="16929"/>
                  </a:lnTo>
                  <a:lnTo>
                    <a:pt x="1214907" y="17424"/>
                  </a:lnTo>
                  <a:close/>
                </a:path>
                <a:path w="6574790" h="5986780">
                  <a:moveTo>
                    <a:pt x="1243749" y="36220"/>
                  </a:moveTo>
                  <a:lnTo>
                    <a:pt x="1186357" y="35217"/>
                  </a:lnTo>
                  <a:lnTo>
                    <a:pt x="1186357" y="35471"/>
                  </a:lnTo>
                  <a:lnTo>
                    <a:pt x="1243749" y="36474"/>
                  </a:lnTo>
                  <a:lnTo>
                    <a:pt x="1243749" y="36220"/>
                  </a:lnTo>
                  <a:close/>
                </a:path>
                <a:path w="6574790" h="5986780">
                  <a:moveTo>
                    <a:pt x="1244053" y="18567"/>
                  </a:moveTo>
                  <a:lnTo>
                    <a:pt x="1186662" y="17564"/>
                  </a:lnTo>
                  <a:lnTo>
                    <a:pt x="1186662" y="17818"/>
                  </a:lnTo>
                  <a:lnTo>
                    <a:pt x="1244053" y="18821"/>
                  </a:lnTo>
                  <a:lnTo>
                    <a:pt x="1244053" y="18567"/>
                  </a:lnTo>
                  <a:close/>
                </a:path>
                <a:path w="6574790" h="5986780">
                  <a:moveTo>
                    <a:pt x="1244066" y="18186"/>
                  </a:moveTo>
                  <a:lnTo>
                    <a:pt x="1186675" y="17183"/>
                  </a:lnTo>
                  <a:lnTo>
                    <a:pt x="1186675" y="17310"/>
                  </a:lnTo>
                  <a:lnTo>
                    <a:pt x="1244066" y="18313"/>
                  </a:lnTo>
                  <a:lnTo>
                    <a:pt x="1244066" y="18186"/>
                  </a:lnTo>
                  <a:close/>
                </a:path>
                <a:path w="6574790" h="5986780">
                  <a:moveTo>
                    <a:pt x="1272768" y="18694"/>
                  </a:moveTo>
                  <a:lnTo>
                    <a:pt x="1244066" y="18072"/>
                  </a:lnTo>
                  <a:lnTo>
                    <a:pt x="1272768" y="18694"/>
                  </a:lnTo>
                  <a:close/>
                </a:path>
                <a:path w="6574790" h="5986780">
                  <a:moveTo>
                    <a:pt x="1301140" y="37477"/>
                  </a:moveTo>
                  <a:lnTo>
                    <a:pt x="1279613" y="37096"/>
                  </a:lnTo>
                  <a:lnTo>
                    <a:pt x="1243749" y="36474"/>
                  </a:lnTo>
                  <a:lnTo>
                    <a:pt x="1243749" y="36601"/>
                  </a:lnTo>
                  <a:lnTo>
                    <a:pt x="1272438" y="37109"/>
                  </a:lnTo>
                  <a:lnTo>
                    <a:pt x="1301140" y="37604"/>
                  </a:lnTo>
                  <a:lnTo>
                    <a:pt x="1301140" y="37477"/>
                  </a:lnTo>
                  <a:close/>
                </a:path>
                <a:path w="6574790" h="5986780">
                  <a:moveTo>
                    <a:pt x="1301445" y="19824"/>
                  </a:moveTo>
                  <a:lnTo>
                    <a:pt x="1244053" y="18821"/>
                  </a:lnTo>
                  <a:lnTo>
                    <a:pt x="1243749" y="36220"/>
                  </a:lnTo>
                  <a:lnTo>
                    <a:pt x="1293977" y="37096"/>
                  </a:lnTo>
                  <a:lnTo>
                    <a:pt x="1301153" y="37223"/>
                  </a:lnTo>
                  <a:lnTo>
                    <a:pt x="1301153" y="37096"/>
                  </a:lnTo>
                  <a:lnTo>
                    <a:pt x="1301153" y="36969"/>
                  </a:lnTo>
                  <a:lnTo>
                    <a:pt x="1301445" y="19824"/>
                  </a:lnTo>
                  <a:close/>
                </a:path>
                <a:path w="6574790" h="5986780">
                  <a:moveTo>
                    <a:pt x="1301457" y="19316"/>
                  </a:moveTo>
                  <a:lnTo>
                    <a:pt x="1244066" y="18313"/>
                  </a:lnTo>
                  <a:lnTo>
                    <a:pt x="1244053" y="18567"/>
                  </a:lnTo>
                  <a:lnTo>
                    <a:pt x="1301457" y="19570"/>
                  </a:lnTo>
                  <a:lnTo>
                    <a:pt x="1301457" y="19316"/>
                  </a:lnTo>
                  <a:close/>
                </a:path>
                <a:path w="6574790" h="5986780">
                  <a:moveTo>
                    <a:pt x="1314005" y="5879490"/>
                  </a:moveTo>
                  <a:lnTo>
                    <a:pt x="1256601" y="5878487"/>
                  </a:lnTo>
                  <a:lnTo>
                    <a:pt x="1256271" y="5897575"/>
                  </a:lnTo>
                  <a:lnTo>
                    <a:pt x="1313662" y="5898578"/>
                  </a:lnTo>
                  <a:lnTo>
                    <a:pt x="1314005" y="5879490"/>
                  </a:lnTo>
                  <a:close/>
                </a:path>
                <a:path w="6574790" h="5986780">
                  <a:moveTo>
                    <a:pt x="1358544" y="38227"/>
                  </a:moveTo>
                  <a:lnTo>
                    <a:pt x="1301153" y="37223"/>
                  </a:lnTo>
                  <a:lnTo>
                    <a:pt x="1301140" y="37477"/>
                  </a:lnTo>
                  <a:lnTo>
                    <a:pt x="1358544" y="38481"/>
                  </a:lnTo>
                  <a:lnTo>
                    <a:pt x="1358544" y="38227"/>
                  </a:lnTo>
                  <a:close/>
                </a:path>
                <a:path w="6574790" h="5986780">
                  <a:moveTo>
                    <a:pt x="1358849" y="20574"/>
                  </a:moveTo>
                  <a:lnTo>
                    <a:pt x="1301457" y="19570"/>
                  </a:lnTo>
                  <a:lnTo>
                    <a:pt x="1301445" y="19824"/>
                  </a:lnTo>
                  <a:lnTo>
                    <a:pt x="1358849" y="20828"/>
                  </a:lnTo>
                  <a:lnTo>
                    <a:pt x="1358849" y="20574"/>
                  </a:lnTo>
                  <a:close/>
                </a:path>
                <a:path w="6574790" h="5986780">
                  <a:moveTo>
                    <a:pt x="1415935" y="39484"/>
                  </a:moveTo>
                  <a:lnTo>
                    <a:pt x="1358544" y="38481"/>
                  </a:lnTo>
                  <a:lnTo>
                    <a:pt x="1358531" y="38608"/>
                  </a:lnTo>
                  <a:lnTo>
                    <a:pt x="1415935" y="39611"/>
                  </a:lnTo>
                  <a:lnTo>
                    <a:pt x="1415935" y="39484"/>
                  </a:lnTo>
                  <a:close/>
                </a:path>
                <a:path w="6574790" h="5986780">
                  <a:moveTo>
                    <a:pt x="1416240" y="21831"/>
                  </a:moveTo>
                  <a:lnTo>
                    <a:pt x="1358849" y="20828"/>
                  </a:lnTo>
                  <a:lnTo>
                    <a:pt x="1358544" y="38227"/>
                  </a:lnTo>
                  <a:lnTo>
                    <a:pt x="1415935" y="39230"/>
                  </a:lnTo>
                  <a:lnTo>
                    <a:pt x="1416240" y="21831"/>
                  </a:lnTo>
                  <a:close/>
                </a:path>
                <a:path w="6574790" h="5986780">
                  <a:moveTo>
                    <a:pt x="1452105" y="21945"/>
                  </a:moveTo>
                  <a:lnTo>
                    <a:pt x="1301457" y="19316"/>
                  </a:lnTo>
                  <a:lnTo>
                    <a:pt x="1358849" y="20574"/>
                  </a:lnTo>
                  <a:lnTo>
                    <a:pt x="1437767" y="21958"/>
                  </a:lnTo>
                  <a:lnTo>
                    <a:pt x="1452105" y="21945"/>
                  </a:lnTo>
                  <a:close/>
                </a:path>
                <a:path w="6574790" h="5986780">
                  <a:moveTo>
                    <a:pt x="1473314" y="40233"/>
                  </a:moveTo>
                  <a:lnTo>
                    <a:pt x="1415935" y="39230"/>
                  </a:lnTo>
                  <a:lnTo>
                    <a:pt x="1415935" y="39484"/>
                  </a:lnTo>
                  <a:lnTo>
                    <a:pt x="1473301" y="40487"/>
                  </a:lnTo>
                  <a:lnTo>
                    <a:pt x="1473314" y="40233"/>
                  </a:lnTo>
                  <a:close/>
                </a:path>
                <a:path w="6574790" h="5986780">
                  <a:moveTo>
                    <a:pt x="1473619" y="22580"/>
                  </a:moveTo>
                  <a:lnTo>
                    <a:pt x="1437767" y="21958"/>
                  </a:lnTo>
                  <a:lnTo>
                    <a:pt x="1423416" y="21958"/>
                  </a:lnTo>
                  <a:lnTo>
                    <a:pt x="1473619" y="22834"/>
                  </a:lnTo>
                  <a:lnTo>
                    <a:pt x="1473619" y="22580"/>
                  </a:lnTo>
                  <a:close/>
                </a:path>
                <a:path w="6574790" h="5986780">
                  <a:moveTo>
                    <a:pt x="1473631" y="21945"/>
                  </a:moveTo>
                  <a:lnTo>
                    <a:pt x="1452105" y="21945"/>
                  </a:lnTo>
                  <a:lnTo>
                    <a:pt x="1473619" y="22326"/>
                  </a:lnTo>
                  <a:lnTo>
                    <a:pt x="1473631" y="21945"/>
                  </a:lnTo>
                  <a:close/>
                </a:path>
                <a:path w="6574790" h="5986780">
                  <a:moveTo>
                    <a:pt x="1530705" y="41490"/>
                  </a:moveTo>
                  <a:lnTo>
                    <a:pt x="1502016" y="40982"/>
                  </a:lnTo>
                  <a:lnTo>
                    <a:pt x="1473301" y="40487"/>
                  </a:lnTo>
                  <a:lnTo>
                    <a:pt x="1473301" y="40614"/>
                  </a:lnTo>
                  <a:lnTo>
                    <a:pt x="1494828" y="40982"/>
                  </a:lnTo>
                  <a:lnTo>
                    <a:pt x="1530705" y="41617"/>
                  </a:lnTo>
                  <a:lnTo>
                    <a:pt x="1530705" y="41490"/>
                  </a:lnTo>
                  <a:close/>
                </a:path>
                <a:path w="6574790" h="5986780">
                  <a:moveTo>
                    <a:pt x="1531010" y="23837"/>
                  </a:moveTo>
                  <a:lnTo>
                    <a:pt x="1473619" y="22834"/>
                  </a:lnTo>
                  <a:lnTo>
                    <a:pt x="1473314" y="40233"/>
                  </a:lnTo>
                  <a:lnTo>
                    <a:pt x="1516354" y="40982"/>
                  </a:lnTo>
                  <a:lnTo>
                    <a:pt x="1530705" y="41236"/>
                  </a:lnTo>
                  <a:lnTo>
                    <a:pt x="1530705" y="40982"/>
                  </a:lnTo>
                  <a:lnTo>
                    <a:pt x="1531010" y="23837"/>
                  </a:lnTo>
                  <a:close/>
                </a:path>
                <a:path w="6574790" h="5986780">
                  <a:moveTo>
                    <a:pt x="1531023" y="23329"/>
                  </a:moveTo>
                  <a:lnTo>
                    <a:pt x="1473619" y="22326"/>
                  </a:lnTo>
                  <a:lnTo>
                    <a:pt x="1473619" y="22580"/>
                  </a:lnTo>
                  <a:lnTo>
                    <a:pt x="1531010" y="23583"/>
                  </a:lnTo>
                  <a:lnTo>
                    <a:pt x="1531023" y="23329"/>
                  </a:lnTo>
                  <a:close/>
                </a:path>
                <a:path w="6574790" h="5986780">
                  <a:moveTo>
                    <a:pt x="1543558" y="5883503"/>
                  </a:moveTo>
                  <a:lnTo>
                    <a:pt x="1486166" y="5882500"/>
                  </a:lnTo>
                  <a:lnTo>
                    <a:pt x="1485836" y="5901588"/>
                  </a:lnTo>
                  <a:lnTo>
                    <a:pt x="1543227" y="5902591"/>
                  </a:lnTo>
                  <a:lnTo>
                    <a:pt x="1543558" y="5883503"/>
                  </a:lnTo>
                  <a:close/>
                </a:path>
                <a:path w="6574790" h="5986780">
                  <a:moveTo>
                    <a:pt x="1588096" y="42227"/>
                  </a:moveTo>
                  <a:lnTo>
                    <a:pt x="1530705" y="41236"/>
                  </a:lnTo>
                  <a:lnTo>
                    <a:pt x="1530705" y="41490"/>
                  </a:lnTo>
                  <a:lnTo>
                    <a:pt x="1588096" y="42481"/>
                  </a:lnTo>
                  <a:lnTo>
                    <a:pt x="1588096" y="42227"/>
                  </a:lnTo>
                  <a:close/>
                </a:path>
                <a:path w="6574790" h="5986780">
                  <a:moveTo>
                    <a:pt x="1588414" y="24587"/>
                  </a:moveTo>
                  <a:lnTo>
                    <a:pt x="1531010" y="23583"/>
                  </a:lnTo>
                  <a:lnTo>
                    <a:pt x="1531010" y="23837"/>
                  </a:lnTo>
                  <a:lnTo>
                    <a:pt x="1588401" y="24841"/>
                  </a:lnTo>
                  <a:lnTo>
                    <a:pt x="1588414" y="24587"/>
                  </a:lnTo>
                  <a:close/>
                </a:path>
                <a:path w="6574790" h="5986780">
                  <a:moveTo>
                    <a:pt x="1588414" y="24333"/>
                  </a:moveTo>
                  <a:lnTo>
                    <a:pt x="1531023" y="23075"/>
                  </a:lnTo>
                  <a:lnTo>
                    <a:pt x="1531023" y="23329"/>
                  </a:lnTo>
                  <a:lnTo>
                    <a:pt x="1588414" y="24333"/>
                  </a:lnTo>
                  <a:close/>
                </a:path>
                <a:path w="6574790" h="5986780">
                  <a:moveTo>
                    <a:pt x="1645488" y="43484"/>
                  </a:moveTo>
                  <a:lnTo>
                    <a:pt x="1588096" y="42481"/>
                  </a:lnTo>
                  <a:lnTo>
                    <a:pt x="1588096" y="42608"/>
                  </a:lnTo>
                  <a:lnTo>
                    <a:pt x="1638312" y="43484"/>
                  </a:lnTo>
                  <a:lnTo>
                    <a:pt x="1645488" y="43611"/>
                  </a:lnTo>
                  <a:lnTo>
                    <a:pt x="1645488" y="43484"/>
                  </a:lnTo>
                  <a:close/>
                </a:path>
                <a:path w="6574790" h="5986780">
                  <a:moveTo>
                    <a:pt x="1645805" y="25844"/>
                  </a:moveTo>
                  <a:lnTo>
                    <a:pt x="1588401" y="24841"/>
                  </a:lnTo>
                  <a:lnTo>
                    <a:pt x="1588096" y="42227"/>
                  </a:lnTo>
                  <a:lnTo>
                    <a:pt x="1645500" y="43230"/>
                  </a:lnTo>
                  <a:lnTo>
                    <a:pt x="1645805" y="25844"/>
                  </a:lnTo>
                  <a:close/>
                </a:path>
                <a:path w="6574790" h="5986780">
                  <a:moveTo>
                    <a:pt x="1658327" y="5885497"/>
                  </a:moveTo>
                  <a:lnTo>
                    <a:pt x="1600949" y="5884494"/>
                  </a:lnTo>
                  <a:lnTo>
                    <a:pt x="1600619" y="5903595"/>
                  </a:lnTo>
                  <a:lnTo>
                    <a:pt x="1657997" y="5904598"/>
                  </a:lnTo>
                  <a:lnTo>
                    <a:pt x="1658327" y="5885497"/>
                  </a:lnTo>
                  <a:close/>
                </a:path>
                <a:path w="6574790" h="5986780">
                  <a:moveTo>
                    <a:pt x="1677123" y="26390"/>
                  </a:moveTo>
                  <a:lnTo>
                    <a:pt x="1645805" y="25717"/>
                  </a:lnTo>
                  <a:lnTo>
                    <a:pt x="1645805" y="25844"/>
                  </a:lnTo>
                  <a:lnTo>
                    <a:pt x="1677123" y="26390"/>
                  </a:lnTo>
                  <a:close/>
                </a:path>
                <a:path w="6574790" h="5986780">
                  <a:moveTo>
                    <a:pt x="1702892" y="44234"/>
                  </a:moveTo>
                  <a:lnTo>
                    <a:pt x="1645500" y="43230"/>
                  </a:lnTo>
                  <a:lnTo>
                    <a:pt x="1645488" y="43484"/>
                  </a:lnTo>
                  <a:lnTo>
                    <a:pt x="1702892" y="44488"/>
                  </a:lnTo>
                  <a:lnTo>
                    <a:pt x="1702892" y="44234"/>
                  </a:lnTo>
                  <a:close/>
                </a:path>
                <a:path w="6574790" h="5986780">
                  <a:moveTo>
                    <a:pt x="1760258" y="45491"/>
                  </a:moveTo>
                  <a:lnTo>
                    <a:pt x="1702892" y="44488"/>
                  </a:lnTo>
                  <a:lnTo>
                    <a:pt x="1702892" y="44615"/>
                  </a:lnTo>
                  <a:lnTo>
                    <a:pt x="1760258" y="45618"/>
                  </a:lnTo>
                  <a:lnTo>
                    <a:pt x="1760258" y="45491"/>
                  </a:lnTo>
                  <a:close/>
                </a:path>
                <a:path w="6574790" h="5986780">
                  <a:moveTo>
                    <a:pt x="1760575" y="27838"/>
                  </a:moveTo>
                  <a:lnTo>
                    <a:pt x="1703197" y="26835"/>
                  </a:lnTo>
                  <a:lnTo>
                    <a:pt x="1702892" y="44234"/>
                  </a:lnTo>
                  <a:lnTo>
                    <a:pt x="1760270" y="45237"/>
                  </a:lnTo>
                  <a:lnTo>
                    <a:pt x="1760575" y="27838"/>
                  </a:lnTo>
                  <a:close/>
                </a:path>
                <a:path w="6574790" h="5986780">
                  <a:moveTo>
                    <a:pt x="1760575" y="27330"/>
                  </a:moveTo>
                  <a:lnTo>
                    <a:pt x="1588414" y="24333"/>
                  </a:lnTo>
                  <a:lnTo>
                    <a:pt x="1588414" y="24587"/>
                  </a:lnTo>
                  <a:lnTo>
                    <a:pt x="1616621" y="25082"/>
                  </a:lnTo>
                  <a:lnTo>
                    <a:pt x="1636039" y="25425"/>
                  </a:lnTo>
                  <a:lnTo>
                    <a:pt x="1645805" y="25590"/>
                  </a:lnTo>
                  <a:lnTo>
                    <a:pt x="1760575" y="27584"/>
                  </a:lnTo>
                  <a:lnTo>
                    <a:pt x="1760575" y="27330"/>
                  </a:lnTo>
                  <a:close/>
                </a:path>
                <a:path w="6574790" h="5986780">
                  <a:moveTo>
                    <a:pt x="1760575" y="27076"/>
                  </a:moveTo>
                  <a:lnTo>
                    <a:pt x="1755317" y="27114"/>
                  </a:lnTo>
                  <a:lnTo>
                    <a:pt x="1760575" y="27203"/>
                  </a:lnTo>
                  <a:lnTo>
                    <a:pt x="1760575" y="27076"/>
                  </a:lnTo>
                  <a:close/>
                </a:path>
                <a:path w="6574790" h="5986780">
                  <a:moveTo>
                    <a:pt x="1773123" y="5887504"/>
                  </a:moveTo>
                  <a:lnTo>
                    <a:pt x="1715719" y="5886501"/>
                  </a:lnTo>
                  <a:lnTo>
                    <a:pt x="1715389" y="5905589"/>
                  </a:lnTo>
                  <a:lnTo>
                    <a:pt x="1744548" y="5906109"/>
                  </a:lnTo>
                  <a:lnTo>
                    <a:pt x="1772780" y="5906592"/>
                  </a:lnTo>
                  <a:lnTo>
                    <a:pt x="1772780" y="5906097"/>
                  </a:lnTo>
                  <a:lnTo>
                    <a:pt x="1772793" y="5905957"/>
                  </a:lnTo>
                  <a:lnTo>
                    <a:pt x="1773123" y="5887504"/>
                  </a:lnTo>
                  <a:close/>
                </a:path>
                <a:path w="6574790" h="5986780">
                  <a:moveTo>
                    <a:pt x="1817662" y="46240"/>
                  </a:moveTo>
                  <a:lnTo>
                    <a:pt x="1760270" y="45237"/>
                  </a:lnTo>
                  <a:lnTo>
                    <a:pt x="1760258" y="45491"/>
                  </a:lnTo>
                  <a:lnTo>
                    <a:pt x="1817662" y="46494"/>
                  </a:lnTo>
                  <a:lnTo>
                    <a:pt x="1817662" y="46240"/>
                  </a:lnTo>
                  <a:close/>
                </a:path>
                <a:path w="6574790" h="5986780">
                  <a:moveTo>
                    <a:pt x="1817966" y="28587"/>
                  </a:moveTo>
                  <a:lnTo>
                    <a:pt x="1760575" y="27584"/>
                  </a:lnTo>
                  <a:lnTo>
                    <a:pt x="1760575" y="27838"/>
                  </a:lnTo>
                  <a:lnTo>
                    <a:pt x="1817966" y="28841"/>
                  </a:lnTo>
                  <a:lnTo>
                    <a:pt x="1817966" y="28587"/>
                  </a:lnTo>
                  <a:close/>
                </a:path>
                <a:path w="6574790" h="5986780">
                  <a:moveTo>
                    <a:pt x="1817979" y="28206"/>
                  </a:moveTo>
                  <a:lnTo>
                    <a:pt x="1760575" y="27203"/>
                  </a:lnTo>
                  <a:lnTo>
                    <a:pt x="1760575" y="27330"/>
                  </a:lnTo>
                  <a:lnTo>
                    <a:pt x="1817979" y="28333"/>
                  </a:lnTo>
                  <a:lnTo>
                    <a:pt x="1817979" y="28206"/>
                  </a:lnTo>
                  <a:close/>
                </a:path>
                <a:path w="6574790" h="5986780">
                  <a:moveTo>
                    <a:pt x="1875053" y="47498"/>
                  </a:moveTo>
                  <a:lnTo>
                    <a:pt x="1860702" y="47244"/>
                  </a:lnTo>
                  <a:lnTo>
                    <a:pt x="1817662" y="46494"/>
                  </a:lnTo>
                  <a:lnTo>
                    <a:pt x="1817649" y="46621"/>
                  </a:lnTo>
                  <a:lnTo>
                    <a:pt x="1853526" y="47244"/>
                  </a:lnTo>
                  <a:lnTo>
                    <a:pt x="1875053" y="47625"/>
                  </a:lnTo>
                  <a:lnTo>
                    <a:pt x="1875053" y="47498"/>
                  </a:lnTo>
                  <a:close/>
                </a:path>
                <a:path w="6574790" h="5986780">
                  <a:moveTo>
                    <a:pt x="1875358" y="29845"/>
                  </a:moveTo>
                  <a:lnTo>
                    <a:pt x="1817966" y="28841"/>
                  </a:lnTo>
                  <a:lnTo>
                    <a:pt x="1817662" y="46240"/>
                  </a:lnTo>
                  <a:lnTo>
                    <a:pt x="1875053" y="47244"/>
                  </a:lnTo>
                  <a:lnTo>
                    <a:pt x="1875358" y="29845"/>
                  </a:lnTo>
                  <a:close/>
                </a:path>
                <a:path w="6574790" h="5986780">
                  <a:moveTo>
                    <a:pt x="1887880" y="5889510"/>
                  </a:moveTo>
                  <a:lnTo>
                    <a:pt x="1830514" y="5888507"/>
                  </a:lnTo>
                  <a:lnTo>
                    <a:pt x="1830184" y="5907595"/>
                  </a:lnTo>
                  <a:lnTo>
                    <a:pt x="1887550" y="5908599"/>
                  </a:lnTo>
                  <a:lnTo>
                    <a:pt x="1887880" y="5889510"/>
                  </a:lnTo>
                  <a:close/>
                </a:path>
                <a:path w="6574790" h="5986780">
                  <a:moveTo>
                    <a:pt x="1932457" y="48247"/>
                  </a:moveTo>
                  <a:lnTo>
                    <a:pt x="1875053" y="47244"/>
                  </a:lnTo>
                  <a:lnTo>
                    <a:pt x="1875053" y="47498"/>
                  </a:lnTo>
                  <a:lnTo>
                    <a:pt x="1932444" y="48501"/>
                  </a:lnTo>
                  <a:lnTo>
                    <a:pt x="1932457" y="48247"/>
                  </a:lnTo>
                  <a:close/>
                </a:path>
                <a:path w="6574790" h="5986780">
                  <a:moveTo>
                    <a:pt x="1932762" y="30594"/>
                  </a:moveTo>
                  <a:lnTo>
                    <a:pt x="1875370" y="29591"/>
                  </a:lnTo>
                  <a:lnTo>
                    <a:pt x="1875358" y="29845"/>
                  </a:lnTo>
                  <a:lnTo>
                    <a:pt x="1932749" y="30848"/>
                  </a:lnTo>
                  <a:lnTo>
                    <a:pt x="1932762" y="30594"/>
                  </a:lnTo>
                  <a:close/>
                </a:path>
                <a:path w="6574790" h="5986780">
                  <a:moveTo>
                    <a:pt x="1989848" y="49504"/>
                  </a:moveTo>
                  <a:lnTo>
                    <a:pt x="1932444" y="48501"/>
                  </a:lnTo>
                  <a:lnTo>
                    <a:pt x="1932444" y="48628"/>
                  </a:lnTo>
                  <a:lnTo>
                    <a:pt x="1989836" y="49631"/>
                  </a:lnTo>
                  <a:lnTo>
                    <a:pt x="1989848" y="49504"/>
                  </a:lnTo>
                  <a:close/>
                </a:path>
                <a:path w="6574790" h="5986780">
                  <a:moveTo>
                    <a:pt x="1990153" y="31851"/>
                  </a:moveTo>
                  <a:lnTo>
                    <a:pt x="1932749" y="30848"/>
                  </a:lnTo>
                  <a:lnTo>
                    <a:pt x="1932457" y="48247"/>
                  </a:lnTo>
                  <a:lnTo>
                    <a:pt x="1989848" y="49250"/>
                  </a:lnTo>
                  <a:lnTo>
                    <a:pt x="1990153" y="31851"/>
                  </a:lnTo>
                  <a:close/>
                </a:path>
                <a:path w="6574790" h="5986780">
                  <a:moveTo>
                    <a:pt x="2002675" y="5891517"/>
                  </a:moveTo>
                  <a:lnTo>
                    <a:pt x="1945284" y="5890514"/>
                  </a:lnTo>
                  <a:lnTo>
                    <a:pt x="1944954" y="5909602"/>
                  </a:lnTo>
                  <a:lnTo>
                    <a:pt x="1962823" y="5909919"/>
                  </a:lnTo>
                  <a:lnTo>
                    <a:pt x="2002345" y="5910605"/>
                  </a:lnTo>
                  <a:lnTo>
                    <a:pt x="2002358" y="5909970"/>
                  </a:lnTo>
                  <a:lnTo>
                    <a:pt x="2002675" y="5891517"/>
                  </a:lnTo>
                  <a:close/>
                </a:path>
                <a:path w="6574790" h="5986780">
                  <a:moveTo>
                    <a:pt x="2027021" y="31978"/>
                  </a:moveTo>
                  <a:lnTo>
                    <a:pt x="1875370" y="29349"/>
                  </a:lnTo>
                  <a:lnTo>
                    <a:pt x="1846668" y="28841"/>
                  </a:lnTo>
                  <a:lnTo>
                    <a:pt x="1817979" y="28333"/>
                  </a:lnTo>
                  <a:lnTo>
                    <a:pt x="1817966" y="28587"/>
                  </a:lnTo>
                  <a:lnTo>
                    <a:pt x="1875370" y="29591"/>
                  </a:lnTo>
                  <a:lnTo>
                    <a:pt x="1904060" y="30086"/>
                  </a:lnTo>
                  <a:lnTo>
                    <a:pt x="1932762" y="30594"/>
                  </a:lnTo>
                  <a:lnTo>
                    <a:pt x="2013331" y="32004"/>
                  </a:lnTo>
                  <a:lnTo>
                    <a:pt x="2027021" y="31978"/>
                  </a:lnTo>
                  <a:close/>
                </a:path>
                <a:path w="6574790" h="5986780">
                  <a:moveTo>
                    <a:pt x="2047227" y="50241"/>
                  </a:moveTo>
                  <a:lnTo>
                    <a:pt x="1989848" y="49250"/>
                  </a:lnTo>
                  <a:lnTo>
                    <a:pt x="1989848" y="49504"/>
                  </a:lnTo>
                  <a:lnTo>
                    <a:pt x="2047214" y="50495"/>
                  </a:lnTo>
                  <a:lnTo>
                    <a:pt x="2047227" y="50241"/>
                  </a:lnTo>
                  <a:close/>
                </a:path>
                <a:path w="6574790" h="5986780">
                  <a:moveTo>
                    <a:pt x="2047532" y="32600"/>
                  </a:moveTo>
                  <a:lnTo>
                    <a:pt x="2013331" y="32004"/>
                  </a:lnTo>
                  <a:lnTo>
                    <a:pt x="1999653" y="32016"/>
                  </a:lnTo>
                  <a:lnTo>
                    <a:pt x="2047519" y="32854"/>
                  </a:lnTo>
                  <a:lnTo>
                    <a:pt x="2047532" y="32600"/>
                  </a:lnTo>
                  <a:close/>
                </a:path>
                <a:path w="6574790" h="5986780">
                  <a:moveTo>
                    <a:pt x="2047532" y="32219"/>
                  </a:moveTo>
                  <a:lnTo>
                    <a:pt x="2033854" y="31978"/>
                  </a:lnTo>
                  <a:lnTo>
                    <a:pt x="2027021" y="31978"/>
                  </a:lnTo>
                  <a:lnTo>
                    <a:pt x="2047532" y="32346"/>
                  </a:lnTo>
                  <a:lnTo>
                    <a:pt x="2047532" y="32219"/>
                  </a:lnTo>
                  <a:close/>
                </a:path>
                <a:path w="6574790" h="5986780">
                  <a:moveTo>
                    <a:pt x="2047544" y="31965"/>
                  </a:moveTo>
                  <a:lnTo>
                    <a:pt x="1765846" y="27038"/>
                  </a:lnTo>
                  <a:lnTo>
                    <a:pt x="1817979" y="28206"/>
                  </a:lnTo>
                  <a:lnTo>
                    <a:pt x="2033854" y="31978"/>
                  </a:lnTo>
                  <a:lnTo>
                    <a:pt x="2047544" y="31965"/>
                  </a:lnTo>
                  <a:close/>
                </a:path>
                <a:path w="6574790" h="5986780">
                  <a:moveTo>
                    <a:pt x="2080018" y="51066"/>
                  </a:moveTo>
                  <a:lnTo>
                    <a:pt x="2047214" y="50495"/>
                  </a:lnTo>
                  <a:lnTo>
                    <a:pt x="2047214" y="50622"/>
                  </a:lnTo>
                  <a:lnTo>
                    <a:pt x="2070709" y="51041"/>
                  </a:lnTo>
                  <a:lnTo>
                    <a:pt x="2071814" y="51054"/>
                  </a:lnTo>
                  <a:lnTo>
                    <a:pt x="2080018" y="51066"/>
                  </a:lnTo>
                  <a:close/>
                </a:path>
                <a:path w="6574790" h="5986780">
                  <a:moveTo>
                    <a:pt x="2104605" y="51498"/>
                  </a:moveTo>
                  <a:lnTo>
                    <a:pt x="2081657" y="51104"/>
                  </a:lnTo>
                  <a:lnTo>
                    <a:pt x="2097570" y="51130"/>
                  </a:lnTo>
                  <a:lnTo>
                    <a:pt x="2096414" y="51104"/>
                  </a:lnTo>
                  <a:lnTo>
                    <a:pt x="2080018" y="51066"/>
                  </a:lnTo>
                  <a:lnTo>
                    <a:pt x="2081314" y="51092"/>
                  </a:lnTo>
                  <a:lnTo>
                    <a:pt x="2073998" y="51092"/>
                  </a:lnTo>
                  <a:lnTo>
                    <a:pt x="2073186" y="51079"/>
                  </a:lnTo>
                  <a:lnTo>
                    <a:pt x="2070709" y="51041"/>
                  </a:lnTo>
                  <a:lnTo>
                    <a:pt x="1997532" y="51041"/>
                  </a:lnTo>
                  <a:lnTo>
                    <a:pt x="2074341" y="51104"/>
                  </a:lnTo>
                  <a:lnTo>
                    <a:pt x="2104605" y="51625"/>
                  </a:lnTo>
                  <a:lnTo>
                    <a:pt x="2104605" y="51498"/>
                  </a:lnTo>
                  <a:close/>
                </a:path>
                <a:path w="6574790" h="5986780">
                  <a:moveTo>
                    <a:pt x="2104923" y="33350"/>
                  </a:moveTo>
                  <a:lnTo>
                    <a:pt x="2047532" y="32346"/>
                  </a:lnTo>
                  <a:lnTo>
                    <a:pt x="2047532" y="32600"/>
                  </a:lnTo>
                  <a:lnTo>
                    <a:pt x="2104923" y="33604"/>
                  </a:lnTo>
                  <a:lnTo>
                    <a:pt x="2104923" y="33350"/>
                  </a:lnTo>
                  <a:close/>
                </a:path>
                <a:path w="6574790" h="5986780">
                  <a:moveTo>
                    <a:pt x="2113140" y="51155"/>
                  </a:moveTo>
                  <a:lnTo>
                    <a:pt x="2112822" y="51142"/>
                  </a:lnTo>
                  <a:lnTo>
                    <a:pt x="2104618" y="50990"/>
                  </a:lnTo>
                  <a:lnTo>
                    <a:pt x="2104923" y="33858"/>
                  </a:lnTo>
                  <a:lnTo>
                    <a:pt x="2047519" y="32854"/>
                  </a:lnTo>
                  <a:lnTo>
                    <a:pt x="2047227" y="50241"/>
                  </a:lnTo>
                  <a:lnTo>
                    <a:pt x="2096414" y="51104"/>
                  </a:lnTo>
                  <a:lnTo>
                    <a:pt x="2104618" y="51130"/>
                  </a:lnTo>
                  <a:lnTo>
                    <a:pt x="2113140" y="51155"/>
                  </a:lnTo>
                  <a:close/>
                </a:path>
                <a:path w="6574790" h="5986780">
                  <a:moveTo>
                    <a:pt x="2117471" y="5893511"/>
                  </a:moveTo>
                  <a:lnTo>
                    <a:pt x="2060067" y="5892508"/>
                  </a:lnTo>
                  <a:lnTo>
                    <a:pt x="2059736" y="5911608"/>
                  </a:lnTo>
                  <a:lnTo>
                    <a:pt x="2117140" y="5912612"/>
                  </a:lnTo>
                  <a:lnTo>
                    <a:pt x="2117471" y="5893511"/>
                  </a:lnTo>
                  <a:close/>
                </a:path>
                <a:path w="6574790" h="5986780">
                  <a:moveTo>
                    <a:pt x="2162010" y="52247"/>
                  </a:moveTo>
                  <a:lnTo>
                    <a:pt x="2104618" y="51244"/>
                  </a:lnTo>
                  <a:lnTo>
                    <a:pt x="2104605" y="51498"/>
                  </a:lnTo>
                  <a:lnTo>
                    <a:pt x="2162010" y="52501"/>
                  </a:lnTo>
                  <a:lnTo>
                    <a:pt x="2162010" y="52247"/>
                  </a:lnTo>
                  <a:close/>
                </a:path>
                <a:path w="6574790" h="5986780">
                  <a:moveTo>
                    <a:pt x="2162314" y="34594"/>
                  </a:moveTo>
                  <a:lnTo>
                    <a:pt x="2104923" y="33604"/>
                  </a:lnTo>
                  <a:lnTo>
                    <a:pt x="2104923" y="33858"/>
                  </a:lnTo>
                  <a:lnTo>
                    <a:pt x="2162314" y="34848"/>
                  </a:lnTo>
                  <a:lnTo>
                    <a:pt x="2162314" y="34594"/>
                  </a:lnTo>
                  <a:close/>
                </a:path>
                <a:path w="6574790" h="5986780">
                  <a:moveTo>
                    <a:pt x="2219401" y="53505"/>
                  </a:moveTo>
                  <a:lnTo>
                    <a:pt x="2162010" y="52501"/>
                  </a:lnTo>
                  <a:lnTo>
                    <a:pt x="2162010" y="52628"/>
                  </a:lnTo>
                  <a:lnTo>
                    <a:pt x="2219401" y="53632"/>
                  </a:lnTo>
                  <a:lnTo>
                    <a:pt x="2219401" y="53505"/>
                  </a:lnTo>
                  <a:close/>
                </a:path>
                <a:path w="6574790" h="5986780">
                  <a:moveTo>
                    <a:pt x="2219706" y="35852"/>
                  </a:moveTo>
                  <a:lnTo>
                    <a:pt x="2162314" y="34848"/>
                  </a:lnTo>
                  <a:lnTo>
                    <a:pt x="2162022" y="51244"/>
                  </a:lnTo>
                  <a:lnTo>
                    <a:pt x="2162010" y="52247"/>
                  </a:lnTo>
                  <a:lnTo>
                    <a:pt x="2219401" y="53251"/>
                  </a:lnTo>
                  <a:lnTo>
                    <a:pt x="2219426" y="51346"/>
                  </a:lnTo>
                  <a:lnTo>
                    <a:pt x="2219706" y="35852"/>
                  </a:lnTo>
                  <a:close/>
                </a:path>
                <a:path w="6574790" h="5986780">
                  <a:moveTo>
                    <a:pt x="2232241" y="5895518"/>
                  </a:moveTo>
                  <a:lnTo>
                    <a:pt x="2185733" y="5894705"/>
                  </a:lnTo>
                  <a:lnTo>
                    <a:pt x="2184273" y="5894692"/>
                  </a:lnTo>
                  <a:lnTo>
                    <a:pt x="2183841" y="5894679"/>
                  </a:lnTo>
                  <a:lnTo>
                    <a:pt x="2174837" y="5894514"/>
                  </a:lnTo>
                  <a:lnTo>
                    <a:pt x="2174506" y="5913602"/>
                  </a:lnTo>
                  <a:lnTo>
                    <a:pt x="2231898" y="5914606"/>
                  </a:lnTo>
                  <a:lnTo>
                    <a:pt x="2232241" y="5895518"/>
                  </a:lnTo>
                  <a:close/>
                </a:path>
                <a:path w="6574790" h="5986780">
                  <a:moveTo>
                    <a:pt x="2248408" y="35852"/>
                  </a:moveTo>
                  <a:lnTo>
                    <a:pt x="2104923" y="33350"/>
                  </a:lnTo>
                  <a:lnTo>
                    <a:pt x="2162314" y="34594"/>
                  </a:lnTo>
                  <a:lnTo>
                    <a:pt x="2234057" y="35852"/>
                  </a:lnTo>
                  <a:lnTo>
                    <a:pt x="2248408" y="35852"/>
                  </a:lnTo>
                  <a:close/>
                </a:path>
                <a:path w="6574790" h="5986780">
                  <a:moveTo>
                    <a:pt x="2269921" y="35839"/>
                  </a:moveTo>
                  <a:lnTo>
                    <a:pt x="2047544" y="31965"/>
                  </a:lnTo>
                  <a:lnTo>
                    <a:pt x="2047532" y="32219"/>
                  </a:lnTo>
                  <a:lnTo>
                    <a:pt x="2255583" y="35852"/>
                  </a:lnTo>
                  <a:lnTo>
                    <a:pt x="2269921" y="35839"/>
                  </a:lnTo>
                  <a:close/>
                </a:path>
                <a:path w="6574790" h="5986780">
                  <a:moveTo>
                    <a:pt x="2276779" y="54254"/>
                  </a:moveTo>
                  <a:lnTo>
                    <a:pt x="2219401" y="53251"/>
                  </a:lnTo>
                  <a:lnTo>
                    <a:pt x="2219401" y="53505"/>
                  </a:lnTo>
                  <a:lnTo>
                    <a:pt x="2276779" y="54508"/>
                  </a:lnTo>
                  <a:lnTo>
                    <a:pt x="2276779" y="54254"/>
                  </a:lnTo>
                  <a:close/>
                </a:path>
                <a:path w="6574790" h="5986780">
                  <a:moveTo>
                    <a:pt x="2277084" y="36601"/>
                  </a:moveTo>
                  <a:lnTo>
                    <a:pt x="2234057" y="35852"/>
                  </a:lnTo>
                  <a:lnTo>
                    <a:pt x="2219706" y="35852"/>
                  </a:lnTo>
                  <a:lnTo>
                    <a:pt x="2277084" y="36855"/>
                  </a:lnTo>
                  <a:lnTo>
                    <a:pt x="2277084" y="36601"/>
                  </a:lnTo>
                  <a:close/>
                </a:path>
                <a:path w="6574790" h="5986780">
                  <a:moveTo>
                    <a:pt x="2277097" y="36220"/>
                  </a:moveTo>
                  <a:lnTo>
                    <a:pt x="2255583" y="35852"/>
                  </a:lnTo>
                  <a:lnTo>
                    <a:pt x="2248408" y="35852"/>
                  </a:lnTo>
                  <a:lnTo>
                    <a:pt x="2277097" y="36347"/>
                  </a:lnTo>
                  <a:lnTo>
                    <a:pt x="2277097" y="36220"/>
                  </a:lnTo>
                  <a:close/>
                </a:path>
                <a:path w="6574790" h="5986780">
                  <a:moveTo>
                    <a:pt x="2277097" y="35839"/>
                  </a:moveTo>
                  <a:lnTo>
                    <a:pt x="2269921" y="35839"/>
                  </a:lnTo>
                  <a:lnTo>
                    <a:pt x="2277097" y="35966"/>
                  </a:lnTo>
                  <a:lnTo>
                    <a:pt x="2277097" y="35839"/>
                  </a:lnTo>
                  <a:close/>
                </a:path>
                <a:path w="6574790" h="5986780">
                  <a:moveTo>
                    <a:pt x="2334171" y="55511"/>
                  </a:moveTo>
                  <a:lnTo>
                    <a:pt x="2298306" y="54889"/>
                  </a:lnTo>
                  <a:lnTo>
                    <a:pt x="2276779" y="54508"/>
                  </a:lnTo>
                  <a:lnTo>
                    <a:pt x="2276767" y="54635"/>
                  </a:lnTo>
                  <a:lnTo>
                    <a:pt x="2291118" y="54889"/>
                  </a:lnTo>
                  <a:lnTo>
                    <a:pt x="2334171" y="55638"/>
                  </a:lnTo>
                  <a:lnTo>
                    <a:pt x="2334171" y="55511"/>
                  </a:lnTo>
                  <a:close/>
                </a:path>
                <a:path w="6574790" h="5986780">
                  <a:moveTo>
                    <a:pt x="2334476" y="37858"/>
                  </a:moveTo>
                  <a:lnTo>
                    <a:pt x="2277084" y="36855"/>
                  </a:lnTo>
                  <a:lnTo>
                    <a:pt x="2276779" y="54254"/>
                  </a:lnTo>
                  <a:lnTo>
                    <a:pt x="2312657" y="54876"/>
                  </a:lnTo>
                  <a:lnTo>
                    <a:pt x="2334171" y="55257"/>
                  </a:lnTo>
                  <a:lnTo>
                    <a:pt x="2334183" y="54876"/>
                  </a:lnTo>
                  <a:lnTo>
                    <a:pt x="2334476" y="37858"/>
                  </a:lnTo>
                  <a:close/>
                </a:path>
                <a:path w="6574790" h="5986780">
                  <a:moveTo>
                    <a:pt x="2334488" y="37350"/>
                  </a:moveTo>
                  <a:lnTo>
                    <a:pt x="2277097" y="36347"/>
                  </a:lnTo>
                  <a:lnTo>
                    <a:pt x="2277084" y="36601"/>
                  </a:lnTo>
                  <a:lnTo>
                    <a:pt x="2334488" y="37604"/>
                  </a:lnTo>
                  <a:lnTo>
                    <a:pt x="2334488" y="37350"/>
                  </a:lnTo>
                  <a:close/>
                </a:path>
                <a:path w="6574790" h="5986780">
                  <a:moveTo>
                    <a:pt x="2347023" y="5897524"/>
                  </a:moveTo>
                  <a:lnTo>
                    <a:pt x="2289632" y="5896521"/>
                  </a:lnTo>
                  <a:lnTo>
                    <a:pt x="2289302" y="5915609"/>
                  </a:lnTo>
                  <a:lnTo>
                    <a:pt x="2326627" y="5916269"/>
                  </a:lnTo>
                  <a:lnTo>
                    <a:pt x="2346693" y="5916612"/>
                  </a:lnTo>
                  <a:lnTo>
                    <a:pt x="2346693" y="5916244"/>
                  </a:lnTo>
                  <a:lnTo>
                    <a:pt x="2346706" y="5915977"/>
                  </a:lnTo>
                  <a:lnTo>
                    <a:pt x="2347023" y="5897524"/>
                  </a:lnTo>
                  <a:close/>
                </a:path>
                <a:path w="6574790" h="5986780">
                  <a:moveTo>
                    <a:pt x="2391575" y="56261"/>
                  </a:moveTo>
                  <a:lnTo>
                    <a:pt x="2334171" y="55257"/>
                  </a:lnTo>
                  <a:lnTo>
                    <a:pt x="2334171" y="55511"/>
                  </a:lnTo>
                  <a:lnTo>
                    <a:pt x="2391562" y="56515"/>
                  </a:lnTo>
                  <a:lnTo>
                    <a:pt x="2391575" y="56261"/>
                  </a:lnTo>
                  <a:close/>
                </a:path>
                <a:path w="6574790" h="5986780">
                  <a:moveTo>
                    <a:pt x="2391880" y="38608"/>
                  </a:moveTo>
                  <a:lnTo>
                    <a:pt x="2334488" y="37604"/>
                  </a:lnTo>
                  <a:lnTo>
                    <a:pt x="2334476" y="37858"/>
                  </a:lnTo>
                  <a:lnTo>
                    <a:pt x="2391880" y="38862"/>
                  </a:lnTo>
                  <a:lnTo>
                    <a:pt x="2391880" y="38608"/>
                  </a:lnTo>
                  <a:close/>
                </a:path>
                <a:path w="6574790" h="5986780">
                  <a:moveTo>
                    <a:pt x="2391880" y="38354"/>
                  </a:moveTo>
                  <a:lnTo>
                    <a:pt x="2363190" y="37719"/>
                  </a:lnTo>
                  <a:lnTo>
                    <a:pt x="2334488" y="37223"/>
                  </a:lnTo>
                  <a:lnTo>
                    <a:pt x="2334488" y="37350"/>
                  </a:lnTo>
                  <a:lnTo>
                    <a:pt x="2391880" y="38354"/>
                  </a:lnTo>
                  <a:close/>
                </a:path>
                <a:path w="6574790" h="5986780">
                  <a:moveTo>
                    <a:pt x="2448966" y="57518"/>
                  </a:moveTo>
                  <a:lnTo>
                    <a:pt x="2441791" y="57391"/>
                  </a:lnTo>
                  <a:lnTo>
                    <a:pt x="2391562" y="56515"/>
                  </a:lnTo>
                  <a:lnTo>
                    <a:pt x="2391562" y="56642"/>
                  </a:lnTo>
                  <a:lnTo>
                    <a:pt x="2434615" y="57391"/>
                  </a:lnTo>
                  <a:lnTo>
                    <a:pt x="2448953" y="57645"/>
                  </a:lnTo>
                  <a:lnTo>
                    <a:pt x="2448966" y="57518"/>
                  </a:lnTo>
                  <a:close/>
                </a:path>
                <a:path w="6574790" h="5986780">
                  <a:moveTo>
                    <a:pt x="2449271" y="39865"/>
                  </a:moveTo>
                  <a:lnTo>
                    <a:pt x="2391880" y="38862"/>
                  </a:lnTo>
                  <a:lnTo>
                    <a:pt x="2391575" y="56261"/>
                  </a:lnTo>
                  <a:lnTo>
                    <a:pt x="2448966" y="57264"/>
                  </a:lnTo>
                  <a:lnTo>
                    <a:pt x="2449271" y="39865"/>
                  </a:lnTo>
                  <a:close/>
                </a:path>
                <a:path w="6574790" h="5986780">
                  <a:moveTo>
                    <a:pt x="2540343" y="5860427"/>
                  </a:moveTo>
                  <a:lnTo>
                    <a:pt x="219710" y="5860389"/>
                  </a:lnTo>
                  <a:lnTo>
                    <a:pt x="219316" y="5860389"/>
                  </a:lnTo>
                  <a:lnTo>
                    <a:pt x="2540343" y="5860427"/>
                  </a:lnTo>
                  <a:close/>
                </a:path>
                <a:path w="6574790" h="5986780">
                  <a:moveTo>
                    <a:pt x="2564041" y="41871"/>
                  </a:moveTo>
                  <a:lnTo>
                    <a:pt x="2506662" y="40868"/>
                  </a:lnTo>
                  <a:lnTo>
                    <a:pt x="2506357" y="58635"/>
                  </a:lnTo>
                  <a:lnTo>
                    <a:pt x="2563723" y="59639"/>
                  </a:lnTo>
                  <a:lnTo>
                    <a:pt x="2564041" y="41871"/>
                  </a:lnTo>
                  <a:close/>
                </a:path>
                <a:path w="6574790" h="5986780">
                  <a:moveTo>
                    <a:pt x="2564041" y="41363"/>
                  </a:moveTo>
                  <a:lnTo>
                    <a:pt x="2391880" y="38354"/>
                  </a:lnTo>
                  <a:lnTo>
                    <a:pt x="2391880" y="38608"/>
                  </a:lnTo>
                  <a:lnTo>
                    <a:pt x="2449271" y="39624"/>
                  </a:lnTo>
                  <a:lnTo>
                    <a:pt x="2449271" y="39865"/>
                  </a:lnTo>
                  <a:lnTo>
                    <a:pt x="2498852" y="40728"/>
                  </a:lnTo>
                  <a:lnTo>
                    <a:pt x="2449284" y="39624"/>
                  </a:lnTo>
                  <a:lnTo>
                    <a:pt x="2564041" y="41617"/>
                  </a:lnTo>
                  <a:lnTo>
                    <a:pt x="2564041" y="41363"/>
                  </a:lnTo>
                  <a:close/>
                </a:path>
                <a:path w="6574790" h="5986780">
                  <a:moveTo>
                    <a:pt x="2564053" y="40982"/>
                  </a:moveTo>
                  <a:lnTo>
                    <a:pt x="2334488" y="36982"/>
                  </a:lnTo>
                  <a:lnTo>
                    <a:pt x="2305799" y="36474"/>
                  </a:lnTo>
                  <a:lnTo>
                    <a:pt x="2277097" y="35966"/>
                  </a:lnTo>
                  <a:lnTo>
                    <a:pt x="2277097" y="36220"/>
                  </a:lnTo>
                  <a:lnTo>
                    <a:pt x="2334488" y="37223"/>
                  </a:lnTo>
                  <a:lnTo>
                    <a:pt x="2334488" y="37096"/>
                  </a:lnTo>
                  <a:lnTo>
                    <a:pt x="2363190" y="37719"/>
                  </a:lnTo>
                  <a:lnTo>
                    <a:pt x="2564053" y="41236"/>
                  </a:lnTo>
                  <a:lnTo>
                    <a:pt x="2564053" y="40982"/>
                  </a:lnTo>
                  <a:close/>
                </a:path>
                <a:path w="6574790" h="5986780">
                  <a:moveTo>
                    <a:pt x="2576588" y="5901525"/>
                  </a:moveTo>
                  <a:lnTo>
                    <a:pt x="2519197" y="5900521"/>
                  </a:lnTo>
                  <a:lnTo>
                    <a:pt x="2518854" y="5919622"/>
                  </a:lnTo>
                  <a:lnTo>
                    <a:pt x="2544902" y="5920079"/>
                  </a:lnTo>
                  <a:lnTo>
                    <a:pt x="2576258" y="5920625"/>
                  </a:lnTo>
                  <a:lnTo>
                    <a:pt x="2576258" y="5920117"/>
                  </a:lnTo>
                  <a:lnTo>
                    <a:pt x="2576258" y="5919990"/>
                  </a:lnTo>
                  <a:lnTo>
                    <a:pt x="2576588" y="5901525"/>
                  </a:lnTo>
                  <a:close/>
                </a:path>
                <a:path w="6574790" h="5986780">
                  <a:moveTo>
                    <a:pt x="2621432" y="42608"/>
                  </a:moveTo>
                  <a:lnTo>
                    <a:pt x="2564041" y="41617"/>
                  </a:lnTo>
                  <a:lnTo>
                    <a:pt x="2564041" y="41871"/>
                  </a:lnTo>
                  <a:lnTo>
                    <a:pt x="2621432" y="42862"/>
                  </a:lnTo>
                  <a:lnTo>
                    <a:pt x="2621432" y="42608"/>
                  </a:lnTo>
                  <a:close/>
                </a:path>
                <a:path w="6574790" h="5986780">
                  <a:moveTo>
                    <a:pt x="2621445" y="42227"/>
                  </a:moveTo>
                  <a:lnTo>
                    <a:pt x="2564053" y="41236"/>
                  </a:lnTo>
                  <a:lnTo>
                    <a:pt x="2564041" y="41363"/>
                  </a:lnTo>
                  <a:lnTo>
                    <a:pt x="2621445" y="42354"/>
                  </a:lnTo>
                  <a:lnTo>
                    <a:pt x="2621445" y="42227"/>
                  </a:lnTo>
                  <a:close/>
                </a:path>
                <a:path w="6574790" h="5986780">
                  <a:moveTo>
                    <a:pt x="2678823" y="43865"/>
                  </a:moveTo>
                  <a:lnTo>
                    <a:pt x="2621432" y="42862"/>
                  </a:lnTo>
                  <a:lnTo>
                    <a:pt x="2621127" y="60642"/>
                  </a:lnTo>
                  <a:lnTo>
                    <a:pt x="2656992" y="61264"/>
                  </a:lnTo>
                  <a:lnTo>
                    <a:pt x="2678519" y="61645"/>
                  </a:lnTo>
                  <a:lnTo>
                    <a:pt x="2678531" y="61264"/>
                  </a:lnTo>
                  <a:lnTo>
                    <a:pt x="2678823" y="43865"/>
                  </a:lnTo>
                  <a:close/>
                </a:path>
                <a:path w="6574790" h="5986780">
                  <a:moveTo>
                    <a:pt x="2691371" y="5903531"/>
                  </a:moveTo>
                  <a:lnTo>
                    <a:pt x="2633980" y="5902528"/>
                  </a:lnTo>
                  <a:lnTo>
                    <a:pt x="2633649" y="5921629"/>
                  </a:lnTo>
                  <a:lnTo>
                    <a:pt x="2691041" y="5922619"/>
                  </a:lnTo>
                  <a:lnTo>
                    <a:pt x="2691371" y="5903531"/>
                  </a:lnTo>
                  <a:close/>
                </a:path>
                <a:path w="6574790" h="5986780">
                  <a:moveTo>
                    <a:pt x="2793619" y="45872"/>
                  </a:moveTo>
                  <a:lnTo>
                    <a:pt x="2736227" y="44869"/>
                  </a:lnTo>
                  <a:lnTo>
                    <a:pt x="2735910" y="62649"/>
                  </a:lnTo>
                  <a:lnTo>
                    <a:pt x="2793314" y="63652"/>
                  </a:lnTo>
                  <a:lnTo>
                    <a:pt x="2793619" y="45872"/>
                  </a:lnTo>
                  <a:close/>
                </a:path>
                <a:path w="6574790" h="5986780">
                  <a:moveTo>
                    <a:pt x="2829483" y="45986"/>
                  </a:moveTo>
                  <a:lnTo>
                    <a:pt x="2678836" y="43370"/>
                  </a:lnTo>
                  <a:lnTo>
                    <a:pt x="2650134" y="42862"/>
                  </a:lnTo>
                  <a:lnTo>
                    <a:pt x="2621445" y="42354"/>
                  </a:lnTo>
                  <a:lnTo>
                    <a:pt x="2621432" y="42608"/>
                  </a:lnTo>
                  <a:lnTo>
                    <a:pt x="2678836" y="43611"/>
                  </a:lnTo>
                  <a:lnTo>
                    <a:pt x="2706065" y="44094"/>
                  </a:lnTo>
                  <a:lnTo>
                    <a:pt x="2678836" y="43611"/>
                  </a:lnTo>
                  <a:lnTo>
                    <a:pt x="2678823" y="43865"/>
                  </a:lnTo>
                  <a:lnTo>
                    <a:pt x="2736227" y="44869"/>
                  </a:lnTo>
                  <a:lnTo>
                    <a:pt x="2736227" y="44627"/>
                  </a:lnTo>
                  <a:lnTo>
                    <a:pt x="2815132" y="45999"/>
                  </a:lnTo>
                  <a:lnTo>
                    <a:pt x="2829483" y="45986"/>
                  </a:lnTo>
                  <a:close/>
                </a:path>
                <a:path w="6574790" h="5986780">
                  <a:moveTo>
                    <a:pt x="2850997" y="46621"/>
                  </a:moveTo>
                  <a:lnTo>
                    <a:pt x="2815132" y="45999"/>
                  </a:lnTo>
                  <a:lnTo>
                    <a:pt x="2800794" y="45999"/>
                  </a:lnTo>
                  <a:lnTo>
                    <a:pt x="2850997" y="46875"/>
                  </a:lnTo>
                  <a:lnTo>
                    <a:pt x="2850997" y="46621"/>
                  </a:lnTo>
                  <a:close/>
                </a:path>
                <a:path w="6574790" h="5986780">
                  <a:moveTo>
                    <a:pt x="2850997" y="46240"/>
                  </a:moveTo>
                  <a:lnTo>
                    <a:pt x="2836659" y="45986"/>
                  </a:lnTo>
                  <a:lnTo>
                    <a:pt x="2829483" y="45986"/>
                  </a:lnTo>
                  <a:lnTo>
                    <a:pt x="2850997" y="46367"/>
                  </a:lnTo>
                  <a:lnTo>
                    <a:pt x="2850997" y="46240"/>
                  </a:lnTo>
                  <a:close/>
                </a:path>
                <a:path w="6574790" h="5986780">
                  <a:moveTo>
                    <a:pt x="2851010" y="45986"/>
                  </a:moveTo>
                  <a:lnTo>
                    <a:pt x="2567635" y="41033"/>
                  </a:lnTo>
                  <a:lnTo>
                    <a:pt x="2621445" y="42227"/>
                  </a:lnTo>
                  <a:lnTo>
                    <a:pt x="2836659" y="45986"/>
                  </a:lnTo>
                  <a:lnTo>
                    <a:pt x="2851010" y="45986"/>
                  </a:lnTo>
                  <a:close/>
                </a:path>
                <a:path w="6574790" h="5986780">
                  <a:moveTo>
                    <a:pt x="2908389" y="47879"/>
                  </a:moveTo>
                  <a:lnTo>
                    <a:pt x="2850997" y="46875"/>
                  </a:lnTo>
                  <a:lnTo>
                    <a:pt x="2850680" y="64655"/>
                  </a:lnTo>
                  <a:lnTo>
                    <a:pt x="2872206" y="65024"/>
                  </a:lnTo>
                  <a:lnTo>
                    <a:pt x="2908084" y="65659"/>
                  </a:lnTo>
                  <a:lnTo>
                    <a:pt x="2908084" y="65024"/>
                  </a:lnTo>
                  <a:lnTo>
                    <a:pt x="2908389" y="47879"/>
                  </a:lnTo>
                  <a:close/>
                </a:path>
                <a:path w="6574790" h="5986780">
                  <a:moveTo>
                    <a:pt x="2908401" y="47371"/>
                  </a:moveTo>
                  <a:lnTo>
                    <a:pt x="2850997" y="46367"/>
                  </a:lnTo>
                  <a:lnTo>
                    <a:pt x="2850997" y="46621"/>
                  </a:lnTo>
                  <a:lnTo>
                    <a:pt x="2908389" y="47625"/>
                  </a:lnTo>
                  <a:lnTo>
                    <a:pt x="2908401" y="47371"/>
                  </a:lnTo>
                  <a:close/>
                </a:path>
                <a:path w="6574790" h="5986780">
                  <a:moveTo>
                    <a:pt x="2920936" y="5907544"/>
                  </a:moveTo>
                  <a:lnTo>
                    <a:pt x="2863545" y="5906541"/>
                  </a:lnTo>
                  <a:lnTo>
                    <a:pt x="2863202" y="5925629"/>
                  </a:lnTo>
                  <a:lnTo>
                    <a:pt x="2920606" y="5926633"/>
                  </a:lnTo>
                  <a:lnTo>
                    <a:pt x="2920936" y="5907544"/>
                  </a:lnTo>
                  <a:close/>
                </a:path>
                <a:path w="6574790" h="5986780">
                  <a:moveTo>
                    <a:pt x="2937560" y="47891"/>
                  </a:moveTo>
                  <a:lnTo>
                    <a:pt x="2908401" y="47244"/>
                  </a:lnTo>
                  <a:lnTo>
                    <a:pt x="2908401" y="47371"/>
                  </a:lnTo>
                  <a:lnTo>
                    <a:pt x="2937560" y="47891"/>
                  </a:lnTo>
                  <a:close/>
                </a:path>
                <a:path w="6574790" h="5986780">
                  <a:moveTo>
                    <a:pt x="2965793" y="48628"/>
                  </a:moveTo>
                  <a:lnTo>
                    <a:pt x="2908389" y="47625"/>
                  </a:lnTo>
                  <a:lnTo>
                    <a:pt x="2908389" y="47879"/>
                  </a:lnTo>
                  <a:lnTo>
                    <a:pt x="2965780" y="48882"/>
                  </a:lnTo>
                  <a:lnTo>
                    <a:pt x="2965793" y="48628"/>
                  </a:lnTo>
                  <a:close/>
                </a:path>
                <a:path w="6574790" h="5986780">
                  <a:moveTo>
                    <a:pt x="2994482" y="49123"/>
                  </a:moveTo>
                  <a:lnTo>
                    <a:pt x="2965793" y="48501"/>
                  </a:lnTo>
                  <a:lnTo>
                    <a:pt x="2965793" y="48628"/>
                  </a:lnTo>
                  <a:lnTo>
                    <a:pt x="2994482" y="49123"/>
                  </a:lnTo>
                  <a:close/>
                </a:path>
                <a:path w="6574790" h="5986780">
                  <a:moveTo>
                    <a:pt x="3023184" y="49885"/>
                  </a:moveTo>
                  <a:lnTo>
                    <a:pt x="2965780" y="48882"/>
                  </a:lnTo>
                  <a:lnTo>
                    <a:pt x="2965475" y="66649"/>
                  </a:lnTo>
                  <a:lnTo>
                    <a:pt x="3015691" y="67525"/>
                  </a:lnTo>
                  <a:lnTo>
                    <a:pt x="3022866" y="67652"/>
                  </a:lnTo>
                  <a:lnTo>
                    <a:pt x="3022866" y="67525"/>
                  </a:lnTo>
                  <a:lnTo>
                    <a:pt x="3023184" y="49885"/>
                  </a:lnTo>
                  <a:close/>
                </a:path>
                <a:path w="6574790" h="5986780">
                  <a:moveTo>
                    <a:pt x="3045142" y="50266"/>
                  </a:moveTo>
                  <a:lnTo>
                    <a:pt x="3023184" y="49758"/>
                  </a:lnTo>
                  <a:lnTo>
                    <a:pt x="3023184" y="49885"/>
                  </a:lnTo>
                  <a:lnTo>
                    <a:pt x="3045142" y="50266"/>
                  </a:lnTo>
                  <a:close/>
                </a:path>
                <a:path w="6574790" h="5986780">
                  <a:moveTo>
                    <a:pt x="3137941" y="51879"/>
                  </a:moveTo>
                  <a:lnTo>
                    <a:pt x="3080575" y="50876"/>
                  </a:lnTo>
                  <a:lnTo>
                    <a:pt x="3080258" y="68656"/>
                  </a:lnTo>
                  <a:lnTo>
                    <a:pt x="3137636" y="69659"/>
                  </a:lnTo>
                  <a:lnTo>
                    <a:pt x="3137941" y="51879"/>
                  </a:lnTo>
                  <a:close/>
                </a:path>
                <a:path w="6574790" h="5986780">
                  <a:moveTo>
                    <a:pt x="3150501" y="5911545"/>
                  </a:moveTo>
                  <a:lnTo>
                    <a:pt x="3093097" y="5910542"/>
                  </a:lnTo>
                  <a:lnTo>
                    <a:pt x="3092767" y="5929642"/>
                  </a:lnTo>
                  <a:lnTo>
                    <a:pt x="3150158" y="5930633"/>
                  </a:lnTo>
                  <a:lnTo>
                    <a:pt x="3150501" y="5911545"/>
                  </a:lnTo>
                  <a:close/>
                </a:path>
                <a:path w="6574790" h="5986780">
                  <a:moveTo>
                    <a:pt x="3195345" y="52374"/>
                  </a:moveTo>
                  <a:lnTo>
                    <a:pt x="3166656" y="51752"/>
                  </a:lnTo>
                  <a:lnTo>
                    <a:pt x="3137954" y="51244"/>
                  </a:lnTo>
                  <a:lnTo>
                    <a:pt x="3137941" y="51879"/>
                  </a:lnTo>
                  <a:lnTo>
                    <a:pt x="3195345" y="52882"/>
                  </a:lnTo>
                  <a:lnTo>
                    <a:pt x="3195345" y="52374"/>
                  </a:lnTo>
                  <a:close/>
                </a:path>
                <a:path w="6574790" h="5986780">
                  <a:moveTo>
                    <a:pt x="3265271" y="5913552"/>
                  </a:moveTo>
                  <a:lnTo>
                    <a:pt x="3207893" y="5912548"/>
                  </a:lnTo>
                  <a:lnTo>
                    <a:pt x="3207562" y="5931636"/>
                  </a:lnTo>
                  <a:lnTo>
                    <a:pt x="3264928" y="5932640"/>
                  </a:lnTo>
                  <a:lnTo>
                    <a:pt x="3265271" y="5913552"/>
                  </a:lnTo>
                  <a:close/>
                </a:path>
                <a:path w="6574790" h="5986780">
                  <a:moveTo>
                    <a:pt x="3309836" y="72288"/>
                  </a:moveTo>
                  <a:lnTo>
                    <a:pt x="3259607" y="71412"/>
                  </a:lnTo>
                  <a:lnTo>
                    <a:pt x="3252432" y="71285"/>
                  </a:lnTo>
                  <a:lnTo>
                    <a:pt x="3252736" y="53886"/>
                  </a:lnTo>
                  <a:lnTo>
                    <a:pt x="3195345" y="52882"/>
                  </a:lnTo>
                  <a:lnTo>
                    <a:pt x="3195028" y="70662"/>
                  </a:lnTo>
                  <a:lnTo>
                    <a:pt x="3238081" y="71412"/>
                  </a:lnTo>
                  <a:lnTo>
                    <a:pt x="3252432" y="71666"/>
                  </a:lnTo>
                  <a:lnTo>
                    <a:pt x="3252432" y="71539"/>
                  </a:lnTo>
                  <a:lnTo>
                    <a:pt x="3309823" y="72542"/>
                  </a:lnTo>
                  <a:lnTo>
                    <a:pt x="3309836" y="72288"/>
                  </a:lnTo>
                  <a:close/>
                </a:path>
                <a:path w="6574790" h="5986780">
                  <a:moveTo>
                    <a:pt x="3310128" y="54889"/>
                  </a:moveTo>
                  <a:lnTo>
                    <a:pt x="3252736" y="53632"/>
                  </a:lnTo>
                  <a:lnTo>
                    <a:pt x="3252736" y="53886"/>
                  </a:lnTo>
                  <a:lnTo>
                    <a:pt x="3310128" y="54889"/>
                  </a:lnTo>
                  <a:close/>
                </a:path>
                <a:path w="6574790" h="5986780">
                  <a:moveTo>
                    <a:pt x="3338525" y="5866727"/>
                  </a:moveTo>
                  <a:lnTo>
                    <a:pt x="585012" y="5866765"/>
                  </a:lnTo>
                  <a:lnTo>
                    <a:pt x="585774" y="5866777"/>
                  </a:lnTo>
                  <a:lnTo>
                    <a:pt x="3338525" y="5866727"/>
                  </a:lnTo>
                  <a:close/>
                </a:path>
                <a:path w="6574790" h="5986780">
                  <a:moveTo>
                    <a:pt x="3367201" y="73545"/>
                  </a:moveTo>
                  <a:lnTo>
                    <a:pt x="3309823" y="72542"/>
                  </a:lnTo>
                  <a:lnTo>
                    <a:pt x="3309823" y="72669"/>
                  </a:lnTo>
                  <a:lnTo>
                    <a:pt x="3367201" y="73672"/>
                  </a:lnTo>
                  <a:lnTo>
                    <a:pt x="3367201" y="73545"/>
                  </a:lnTo>
                  <a:close/>
                </a:path>
                <a:path w="6574790" h="5986780">
                  <a:moveTo>
                    <a:pt x="3367506" y="55892"/>
                  </a:moveTo>
                  <a:lnTo>
                    <a:pt x="3310128" y="54889"/>
                  </a:lnTo>
                  <a:lnTo>
                    <a:pt x="3309836" y="72288"/>
                  </a:lnTo>
                  <a:lnTo>
                    <a:pt x="3367201" y="73291"/>
                  </a:lnTo>
                  <a:lnTo>
                    <a:pt x="3367506" y="55892"/>
                  </a:lnTo>
                  <a:close/>
                </a:path>
                <a:path w="6574790" h="5986780">
                  <a:moveTo>
                    <a:pt x="3367519" y="55003"/>
                  </a:moveTo>
                  <a:lnTo>
                    <a:pt x="3137954" y="51003"/>
                  </a:lnTo>
                  <a:lnTo>
                    <a:pt x="3109264" y="50495"/>
                  </a:lnTo>
                  <a:lnTo>
                    <a:pt x="2851010" y="45986"/>
                  </a:lnTo>
                  <a:lnTo>
                    <a:pt x="2850997" y="46240"/>
                  </a:lnTo>
                  <a:lnTo>
                    <a:pt x="2908401" y="47244"/>
                  </a:lnTo>
                  <a:lnTo>
                    <a:pt x="3137954" y="51244"/>
                  </a:lnTo>
                  <a:lnTo>
                    <a:pt x="3166656" y="51752"/>
                  </a:lnTo>
                  <a:lnTo>
                    <a:pt x="3367519" y="55257"/>
                  </a:lnTo>
                  <a:lnTo>
                    <a:pt x="3367519" y="55003"/>
                  </a:lnTo>
                  <a:close/>
                </a:path>
                <a:path w="6574790" h="5986780">
                  <a:moveTo>
                    <a:pt x="3380054" y="5915558"/>
                  </a:moveTo>
                  <a:lnTo>
                    <a:pt x="3322663" y="5914555"/>
                  </a:lnTo>
                  <a:lnTo>
                    <a:pt x="3322332" y="5933643"/>
                  </a:lnTo>
                  <a:lnTo>
                    <a:pt x="3345269" y="5934049"/>
                  </a:lnTo>
                  <a:lnTo>
                    <a:pt x="3379724" y="5934646"/>
                  </a:lnTo>
                  <a:lnTo>
                    <a:pt x="3379736" y="5934011"/>
                  </a:lnTo>
                  <a:lnTo>
                    <a:pt x="3380054" y="5915558"/>
                  </a:lnTo>
                  <a:close/>
                </a:path>
                <a:path w="6574790" h="5986780">
                  <a:moveTo>
                    <a:pt x="3396678" y="55524"/>
                  </a:moveTo>
                  <a:lnTo>
                    <a:pt x="3367519" y="54876"/>
                  </a:lnTo>
                  <a:lnTo>
                    <a:pt x="3367519" y="55003"/>
                  </a:lnTo>
                  <a:lnTo>
                    <a:pt x="3396678" y="55524"/>
                  </a:lnTo>
                  <a:close/>
                </a:path>
                <a:path w="6574790" h="5986780">
                  <a:moveTo>
                    <a:pt x="3424593" y="74282"/>
                  </a:moveTo>
                  <a:lnTo>
                    <a:pt x="3367201" y="73291"/>
                  </a:lnTo>
                  <a:lnTo>
                    <a:pt x="3367201" y="73545"/>
                  </a:lnTo>
                  <a:lnTo>
                    <a:pt x="3424593" y="74536"/>
                  </a:lnTo>
                  <a:lnTo>
                    <a:pt x="3424593" y="74282"/>
                  </a:lnTo>
                  <a:close/>
                </a:path>
                <a:path w="6574790" h="5986780">
                  <a:moveTo>
                    <a:pt x="3424910" y="56261"/>
                  </a:moveTo>
                  <a:lnTo>
                    <a:pt x="3367519" y="55257"/>
                  </a:lnTo>
                  <a:lnTo>
                    <a:pt x="3367506" y="55892"/>
                  </a:lnTo>
                  <a:lnTo>
                    <a:pt x="3424898" y="56896"/>
                  </a:lnTo>
                  <a:lnTo>
                    <a:pt x="3424910" y="56261"/>
                  </a:lnTo>
                  <a:close/>
                </a:path>
                <a:path w="6574790" h="5986780">
                  <a:moveTo>
                    <a:pt x="3453612" y="56756"/>
                  </a:moveTo>
                  <a:lnTo>
                    <a:pt x="3424910" y="56134"/>
                  </a:lnTo>
                  <a:lnTo>
                    <a:pt x="3424910" y="56261"/>
                  </a:lnTo>
                  <a:lnTo>
                    <a:pt x="3453612" y="56756"/>
                  </a:lnTo>
                  <a:close/>
                </a:path>
                <a:path w="6574790" h="5986780">
                  <a:moveTo>
                    <a:pt x="3481984" y="75539"/>
                  </a:moveTo>
                  <a:lnTo>
                    <a:pt x="3460470" y="75171"/>
                  </a:lnTo>
                  <a:lnTo>
                    <a:pt x="3424593" y="74536"/>
                  </a:lnTo>
                  <a:lnTo>
                    <a:pt x="3424593" y="74663"/>
                  </a:lnTo>
                  <a:lnTo>
                    <a:pt x="3453295" y="75171"/>
                  </a:lnTo>
                  <a:lnTo>
                    <a:pt x="3481984" y="75666"/>
                  </a:lnTo>
                  <a:lnTo>
                    <a:pt x="3481984" y="75539"/>
                  </a:lnTo>
                  <a:close/>
                </a:path>
                <a:path w="6574790" h="5986780">
                  <a:moveTo>
                    <a:pt x="3482302" y="57899"/>
                  </a:moveTo>
                  <a:lnTo>
                    <a:pt x="3424898" y="56896"/>
                  </a:lnTo>
                  <a:lnTo>
                    <a:pt x="3424593" y="74282"/>
                  </a:lnTo>
                  <a:lnTo>
                    <a:pt x="3474821" y="75158"/>
                  </a:lnTo>
                  <a:lnTo>
                    <a:pt x="3481997" y="75285"/>
                  </a:lnTo>
                  <a:lnTo>
                    <a:pt x="3481997" y="75158"/>
                  </a:lnTo>
                  <a:lnTo>
                    <a:pt x="3481997" y="75031"/>
                  </a:lnTo>
                  <a:lnTo>
                    <a:pt x="3482302" y="57899"/>
                  </a:lnTo>
                  <a:close/>
                </a:path>
                <a:path w="6574790" h="5986780">
                  <a:moveTo>
                    <a:pt x="3494849" y="5917552"/>
                  </a:moveTo>
                  <a:lnTo>
                    <a:pt x="3437445" y="5916549"/>
                  </a:lnTo>
                  <a:lnTo>
                    <a:pt x="3437115" y="5935650"/>
                  </a:lnTo>
                  <a:lnTo>
                    <a:pt x="3494506" y="5936653"/>
                  </a:lnTo>
                  <a:lnTo>
                    <a:pt x="3494849" y="5917552"/>
                  </a:lnTo>
                  <a:close/>
                </a:path>
                <a:path w="6574790" h="5986780">
                  <a:moveTo>
                    <a:pt x="3495217" y="5861723"/>
                  </a:moveTo>
                  <a:lnTo>
                    <a:pt x="290804" y="5861634"/>
                  </a:lnTo>
                  <a:lnTo>
                    <a:pt x="295338" y="5861710"/>
                  </a:lnTo>
                  <a:lnTo>
                    <a:pt x="3495217" y="5861723"/>
                  </a:lnTo>
                  <a:close/>
                </a:path>
                <a:path w="6574790" h="5986780">
                  <a:moveTo>
                    <a:pt x="3539388" y="76288"/>
                  </a:moveTo>
                  <a:lnTo>
                    <a:pt x="3481997" y="75285"/>
                  </a:lnTo>
                  <a:lnTo>
                    <a:pt x="3481984" y="75539"/>
                  </a:lnTo>
                  <a:lnTo>
                    <a:pt x="3539388" y="76542"/>
                  </a:lnTo>
                  <a:lnTo>
                    <a:pt x="3539388" y="76288"/>
                  </a:lnTo>
                  <a:close/>
                </a:path>
                <a:path w="6574790" h="5986780">
                  <a:moveTo>
                    <a:pt x="3539693" y="58635"/>
                  </a:moveTo>
                  <a:lnTo>
                    <a:pt x="3482302" y="57391"/>
                  </a:lnTo>
                  <a:lnTo>
                    <a:pt x="3482302" y="57899"/>
                  </a:lnTo>
                  <a:lnTo>
                    <a:pt x="3539693" y="58889"/>
                  </a:lnTo>
                  <a:lnTo>
                    <a:pt x="3539693" y="58635"/>
                  </a:lnTo>
                  <a:close/>
                </a:path>
                <a:path w="6574790" h="5986780">
                  <a:moveTo>
                    <a:pt x="3596779" y="77546"/>
                  </a:moveTo>
                  <a:lnTo>
                    <a:pt x="3539388" y="76542"/>
                  </a:lnTo>
                  <a:lnTo>
                    <a:pt x="3539388" y="76669"/>
                  </a:lnTo>
                  <a:lnTo>
                    <a:pt x="3596779" y="77673"/>
                  </a:lnTo>
                  <a:lnTo>
                    <a:pt x="3596779" y="77546"/>
                  </a:lnTo>
                  <a:close/>
                </a:path>
                <a:path w="6574790" h="5986780">
                  <a:moveTo>
                    <a:pt x="3597084" y="59893"/>
                  </a:moveTo>
                  <a:lnTo>
                    <a:pt x="3539693" y="58889"/>
                  </a:lnTo>
                  <a:lnTo>
                    <a:pt x="3539388" y="76288"/>
                  </a:lnTo>
                  <a:lnTo>
                    <a:pt x="3596779" y="77292"/>
                  </a:lnTo>
                  <a:lnTo>
                    <a:pt x="3597084" y="59893"/>
                  </a:lnTo>
                  <a:close/>
                </a:path>
                <a:path w="6574790" h="5986780">
                  <a:moveTo>
                    <a:pt x="3609619" y="5919559"/>
                  </a:moveTo>
                  <a:lnTo>
                    <a:pt x="3570376" y="5918873"/>
                  </a:lnTo>
                  <a:lnTo>
                    <a:pt x="3570173" y="5918873"/>
                  </a:lnTo>
                  <a:lnTo>
                    <a:pt x="3569652" y="5918873"/>
                  </a:lnTo>
                  <a:lnTo>
                    <a:pt x="3569347" y="5918860"/>
                  </a:lnTo>
                  <a:lnTo>
                    <a:pt x="3552215" y="5918555"/>
                  </a:lnTo>
                  <a:lnTo>
                    <a:pt x="3551885" y="5937656"/>
                  </a:lnTo>
                  <a:lnTo>
                    <a:pt x="3609276" y="5938647"/>
                  </a:lnTo>
                  <a:lnTo>
                    <a:pt x="3609619" y="5919559"/>
                  </a:lnTo>
                  <a:close/>
                </a:path>
                <a:path w="6574790" h="5986780">
                  <a:moveTo>
                    <a:pt x="3654158" y="78295"/>
                  </a:moveTo>
                  <a:lnTo>
                    <a:pt x="3596779" y="77292"/>
                  </a:lnTo>
                  <a:lnTo>
                    <a:pt x="3596779" y="77546"/>
                  </a:lnTo>
                  <a:lnTo>
                    <a:pt x="3654158" y="78549"/>
                  </a:lnTo>
                  <a:lnTo>
                    <a:pt x="3654158" y="78295"/>
                  </a:lnTo>
                  <a:close/>
                </a:path>
                <a:path w="6574790" h="5986780">
                  <a:moveTo>
                    <a:pt x="3654475" y="60007"/>
                  </a:moveTo>
                  <a:lnTo>
                    <a:pt x="3604260" y="60020"/>
                  </a:lnTo>
                  <a:lnTo>
                    <a:pt x="3654463" y="60896"/>
                  </a:lnTo>
                  <a:lnTo>
                    <a:pt x="3654475" y="60007"/>
                  </a:lnTo>
                  <a:close/>
                </a:path>
                <a:path w="6574790" h="5986780">
                  <a:moveTo>
                    <a:pt x="3682847" y="79044"/>
                  </a:moveTo>
                  <a:lnTo>
                    <a:pt x="3654158" y="78549"/>
                  </a:lnTo>
                  <a:lnTo>
                    <a:pt x="3654145" y="78676"/>
                  </a:lnTo>
                  <a:lnTo>
                    <a:pt x="3675672" y="79057"/>
                  </a:lnTo>
                  <a:lnTo>
                    <a:pt x="3682847" y="79044"/>
                  </a:lnTo>
                  <a:close/>
                </a:path>
                <a:path w="6574790" h="5986780">
                  <a:moveTo>
                    <a:pt x="3711549" y="79552"/>
                  </a:moveTo>
                  <a:lnTo>
                    <a:pt x="3682860" y="79044"/>
                  </a:lnTo>
                  <a:lnTo>
                    <a:pt x="3675684" y="79057"/>
                  </a:lnTo>
                  <a:lnTo>
                    <a:pt x="3711549" y="79679"/>
                  </a:lnTo>
                  <a:lnTo>
                    <a:pt x="3711549" y="79552"/>
                  </a:lnTo>
                  <a:close/>
                </a:path>
                <a:path w="6574790" h="5986780">
                  <a:moveTo>
                    <a:pt x="3711854" y="61899"/>
                  </a:moveTo>
                  <a:lnTo>
                    <a:pt x="3654463" y="60896"/>
                  </a:lnTo>
                  <a:lnTo>
                    <a:pt x="3654158" y="78295"/>
                  </a:lnTo>
                  <a:lnTo>
                    <a:pt x="3697198" y="79044"/>
                  </a:lnTo>
                  <a:lnTo>
                    <a:pt x="3711549" y="79298"/>
                  </a:lnTo>
                  <a:lnTo>
                    <a:pt x="3711562" y="79044"/>
                  </a:lnTo>
                  <a:lnTo>
                    <a:pt x="3711854" y="61899"/>
                  </a:lnTo>
                  <a:close/>
                </a:path>
                <a:path w="6574790" h="5986780">
                  <a:moveTo>
                    <a:pt x="3724402" y="5921565"/>
                  </a:moveTo>
                  <a:lnTo>
                    <a:pt x="3667010" y="5920562"/>
                  </a:lnTo>
                  <a:lnTo>
                    <a:pt x="3666680" y="5939650"/>
                  </a:lnTo>
                  <a:lnTo>
                    <a:pt x="3724071" y="5940653"/>
                  </a:lnTo>
                  <a:lnTo>
                    <a:pt x="3724402" y="5921565"/>
                  </a:lnTo>
                  <a:close/>
                </a:path>
                <a:path w="6574790" h="5986780">
                  <a:moveTo>
                    <a:pt x="3768953" y="80302"/>
                  </a:moveTo>
                  <a:lnTo>
                    <a:pt x="3711549" y="79298"/>
                  </a:lnTo>
                  <a:lnTo>
                    <a:pt x="3711549" y="79552"/>
                  </a:lnTo>
                  <a:lnTo>
                    <a:pt x="3768941" y="80556"/>
                  </a:lnTo>
                  <a:lnTo>
                    <a:pt x="3768953" y="80302"/>
                  </a:lnTo>
                  <a:close/>
                </a:path>
                <a:path w="6574790" h="5986780">
                  <a:moveTo>
                    <a:pt x="3826345" y="81559"/>
                  </a:moveTo>
                  <a:lnTo>
                    <a:pt x="3768941" y="80556"/>
                  </a:lnTo>
                  <a:lnTo>
                    <a:pt x="3768941" y="80683"/>
                  </a:lnTo>
                  <a:lnTo>
                    <a:pt x="3819156" y="81559"/>
                  </a:lnTo>
                  <a:lnTo>
                    <a:pt x="3826332" y="81686"/>
                  </a:lnTo>
                  <a:lnTo>
                    <a:pt x="3826345" y="81559"/>
                  </a:lnTo>
                  <a:close/>
                </a:path>
                <a:path w="6574790" h="5986780">
                  <a:moveTo>
                    <a:pt x="3826649" y="63906"/>
                  </a:moveTo>
                  <a:lnTo>
                    <a:pt x="3769245" y="62903"/>
                  </a:lnTo>
                  <a:lnTo>
                    <a:pt x="3768953" y="80302"/>
                  </a:lnTo>
                  <a:lnTo>
                    <a:pt x="3826345" y="81305"/>
                  </a:lnTo>
                  <a:lnTo>
                    <a:pt x="3826649" y="63906"/>
                  </a:lnTo>
                  <a:close/>
                </a:path>
                <a:path w="6574790" h="5986780">
                  <a:moveTo>
                    <a:pt x="3839172" y="5923572"/>
                  </a:moveTo>
                  <a:lnTo>
                    <a:pt x="3785412" y="5922645"/>
                  </a:lnTo>
                  <a:lnTo>
                    <a:pt x="3785260" y="5922632"/>
                  </a:lnTo>
                  <a:lnTo>
                    <a:pt x="3784676" y="5922632"/>
                  </a:lnTo>
                  <a:lnTo>
                    <a:pt x="3781780" y="5922569"/>
                  </a:lnTo>
                  <a:lnTo>
                    <a:pt x="3781450" y="5941657"/>
                  </a:lnTo>
                  <a:lnTo>
                    <a:pt x="3838841" y="5942660"/>
                  </a:lnTo>
                  <a:lnTo>
                    <a:pt x="3839172" y="5923572"/>
                  </a:lnTo>
                  <a:close/>
                </a:path>
                <a:path w="6574790" h="5986780">
                  <a:moveTo>
                    <a:pt x="3855580" y="64414"/>
                  </a:moveTo>
                  <a:lnTo>
                    <a:pt x="3826649" y="63779"/>
                  </a:lnTo>
                  <a:lnTo>
                    <a:pt x="3826649" y="63906"/>
                  </a:lnTo>
                  <a:lnTo>
                    <a:pt x="3855580" y="64414"/>
                  </a:lnTo>
                  <a:close/>
                </a:path>
                <a:path w="6574790" h="5986780">
                  <a:moveTo>
                    <a:pt x="3883736" y="82308"/>
                  </a:moveTo>
                  <a:lnTo>
                    <a:pt x="3826345" y="81305"/>
                  </a:lnTo>
                  <a:lnTo>
                    <a:pt x="3826345" y="81559"/>
                  </a:lnTo>
                  <a:lnTo>
                    <a:pt x="3883736" y="82550"/>
                  </a:lnTo>
                  <a:lnTo>
                    <a:pt x="3883736" y="82308"/>
                  </a:lnTo>
                  <a:close/>
                </a:path>
                <a:path w="6574790" h="5986780">
                  <a:moveTo>
                    <a:pt x="3941102" y="83553"/>
                  </a:moveTo>
                  <a:lnTo>
                    <a:pt x="3883736" y="82550"/>
                  </a:lnTo>
                  <a:lnTo>
                    <a:pt x="3883736" y="82677"/>
                  </a:lnTo>
                  <a:lnTo>
                    <a:pt x="3941102" y="83680"/>
                  </a:lnTo>
                  <a:lnTo>
                    <a:pt x="3941102" y="83553"/>
                  </a:lnTo>
                  <a:close/>
                </a:path>
                <a:path w="6574790" h="5986780">
                  <a:moveTo>
                    <a:pt x="3941419" y="65913"/>
                  </a:moveTo>
                  <a:lnTo>
                    <a:pt x="3884041" y="64909"/>
                  </a:lnTo>
                  <a:lnTo>
                    <a:pt x="3883736" y="82308"/>
                  </a:lnTo>
                  <a:lnTo>
                    <a:pt x="3941114" y="83299"/>
                  </a:lnTo>
                  <a:lnTo>
                    <a:pt x="3941419" y="65913"/>
                  </a:lnTo>
                  <a:close/>
                </a:path>
                <a:path w="6574790" h="5986780">
                  <a:moveTo>
                    <a:pt x="3941419" y="65405"/>
                  </a:moveTo>
                  <a:lnTo>
                    <a:pt x="3769245" y="62407"/>
                  </a:lnTo>
                  <a:lnTo>
                    <a:pt x="3711867" y="61264"/>
                  </a:lnTo>
                  <a:lnTo>
                    <a:pt x="3711854" y="61899"/>
                  </a:lnTo>
                  <a:lnTo>
                    <a:pt x="3769245" y="62903"/>
                  </a:lnTo>
                  <a:lnTo>
                    <a:pt x="3769245" y="62522"/>
                  </a:lnTo>
                  <a:lnTo>
                    <a:pt x="3797719" y="63144"/>
                  </a:lnTo>
                  <a:lnTo>
                    <a:pt x="3797960" y="63144"/>
                  </a:lnTo>
                  <a:lnTo>
                    <a:pt x="3826649" y="63652"/>
                  </a:lnTo>
                  <a:lnTo>
                    <a:pt x="3941419" y="65659"/>
                  </a:lnTo>
                  <a:lnTo>
                    <a:pt x="3941419" y="65405"/>
                  </a:lnTo>
                  <a:close/>
                </a:path>
                <a:path w="6574790" h="5986780">
                  <a:moveTo>
                    <a:pt x="3953967" y="5925566"/>
                  </a:moveTo>
                  <a:lnTo>
                    <a:pt x="3896563" y="5924562"/>
                  </a:lnTo>
                  <a:lnTo>
                    <a:pt x="3896233" y="5943663"/>
                  </a:lnTo>
                  <a:lnTo>
                    <a:pt x="3953637" y="5944667"/>
                  </a:lnTo>
                  <a:lnTo>
                    <a:pt x="3953967" y="5925566"/>
                  </a:lnTo>
                  <a:close/>
                </a:path>
                <a:path w="6574790" h="5986780">
                  <a:moveTo>
                    <a:pt x="3996855" y="5878220"/>
                  </a:moveTo>
                  <a:lnTo>
                    <a:pt x="1241450" y="5878220"/>
                  </a:lnTo>
                  <a:lnTo>
                    <a:pt x="1242136" y="5878233"/>
                  </a:lnTo>
                  <a:lnTo>
                    <a:pt x="3996855" y="5878220"/>
                  </a:lnTo>
                  <a:close/>
                </a:path>
                <a:path w="6574790" h="5986780">
                  <a:moveTo>
                    <a:pt x="3998506" y="84302"/>
                  </a:moveTo>
                  <a:lnTo>
                    <a:pt x="3941114" y="83299"/>
                  </a:lnTo>
                  <a:lnTo>
                    <a:pt x="3941102" y="83553"/>
                  </a:lnTo>
                  <a:lnTo>
                    <a:pt x="3998506" y="84556"/>
                  </a:lnTo>
                  <a:lnTo>
                    <a:pt x="3998506" y="84302"/>
                  </a:lnTo>
                  <a:close/>
                </a:path>
                <a:path w="6574790" h="5986780">
                  <a:moveTo>
                    <a:pt x="3998811" y="66649"/>
                  </a:moveTo>
                  <a:lnTo>
                    <a:pt x="3941419" y="65659"/>
                  </a:lnTo>
                  <a:lnTo>
                    <a:pt x="3941419" y="65913"/>
                  </a:lnTo>
                  <a:lnTo>
                    <a:pt x="3998811" y="66903"/>
                  </a:lnTo>
                  <a:lnTo>
                    <a:pt x="3998811" y="66649"/>
                  </a:lnTo>
                  <a:close/>
                </a:path>
                <a:path w="6574790" h="5986780">
                  <a:moveTo>
                    <a:pt x="3998823" y="66268"/>
                  </a:moveTo>
                  <a:lnTo>
                    <a:pt x="3941432" y="65024"/>
                  </a:lnTo>
                  <a:lnTo>
                    <a:pt x="3941419" y="65405"/>
                  </a:lnTo>
                  <a:lnTo>
                    <a:pt x="3998823" y="66395"/>
                  </a:lnTo>
                  <a:lnTo>
                    <a:pt x="3998823" y="66268"/>
                  </a:lnTo>
                  <a:close/>
                </a:path>
                <a:path w="6574790" h="5986780">
                  <a:moveTo>
                    <a:pt x="4055897" y="85559"/>
                  </a:moveTo>
                  <a:lnTo>
                    <a:pt x="4041546" y="85305"/>
                  </a:lnTo>
                  <a:lnTo>
                    <a:pt x="3998506" y="84556"/>
                  </a:lnTo>
                  <a:lnTo>
                    <a:pt x="3998506" y="84683"/>
                  </a:lnTo>
                  <a:lnTo>
                    <a:pt x="4034371" y="85318"/>
                  </a:lnTo>
                  <a:lnTo>
                    <a:pt x="4055897" y="85686"/>
                  </a:lnTo>
                  <a:lnTo>
                    <a:pt x="4055897" y="85559"/>
                  </a:lnTo>
                  <a:close/>
                </a:path>
                <a:path w="6574790" h="5986780">
                  <a:moveTo>
                    <a:pt x="4056202" y="67906"/>
                  </a:moveTo>
                  <a:lnTo>
                    <a:pt x="3998811" y="66903"/>
                  </a:lnTo>
                  <a:lnTo>
                    <a:pt x="3998506" y="84302"/>
                  </a:lnTo>
                  <a:lnTo>
                    <a:pt x="4055897" y="85305"/>
                  </a:lnTo>
                  <a:lnTo>
                    <a:pt x="4056202" y="67906"/>
                  </a:lnTo>
                  <a:close/>
                </a:path>
                <a:path w="6574790" h="5986780">
                  <a:moveTo>
                    <a:pt x="4068737" y="5927572"/>
                  </a:moveTo>
                  <a:lnTo>
                    <a:pt x="4011358" y="5926569"/>
                  </a:lnTo>
                  <a:lnTo>
                    <a:pt x="4011028" y="5945670"/>
                  </a:lnTo>
                  <a:lnTo>
                    <a:pt x="4068394" y="5946660"/>
                  </a:lnTo>
                  <a:lnTo>
                    <a:pt x="4068737" y="5927572"/>
                  </a:lnTo>
                  <a:close/>
                </a:path>
                <a:path w="6574790" h="5986780">
                  <a:moveTo>
                    <a:pt x="4113301" y="86309"/>
                  </a:moveTo>
                  <a:lnTo>
                    <a:pt x="4055897" y="85305"/>
                  </a:lnTo>
                  <a:lnTo>
                    <a:pt x="4055897" y="85559"/>
                  </a:lnTo>
                  <a:lnTo>
                    <a:pt x="4113288" y="86563"/>
                  </a:lnTo>
                  <a:lnTo>
                    <a:pt x="4113301" y="86309"/>
                  </a:lnTo>
                  <a:close/>
                </a:path>
                <a:path w="6574790" h="5986780">
                  <a:moveTo>
                    <a:pt x="4143667" y="5880786"/>
                  </a:moveTo>
                  <a:lnTo>
                    <a:pt x="1388491" y="5880786"/>
                  </a:lnTo>
                  <a:lnTo>
                    <a:pt x="1388986" y="5880811"/>
                  </a:lnTo>
                  <a:lnTo>
                    <a:pt x="1371371" y="5880493"/>
                  </a:lnTo>
                  <a:lnTo>
                    <a:pt x="1371041" y="5899582"/>
                  </a:lnTo>
                  <a:lnTo>
                    <a:pt x="1428432" y="5900585"/>
                  </a:lnTo>
                  <a:lnTo>
                    <a:pt x="1428762" y="5881497"/>
                  </a:lnTo>
                  <a:lnTo>
                    <a:pt x="1389532" y="5880811"/>
                  </a:lnTo>
                  <a:lnTo>
                    <a:pt x="4143667" y="5880786"/>
                  </a:lnTo>
                  <a:close/>
                </a:path>
                <a:path w="6574790" h="5986780">
                  <a:moveTo>
                    <a:pt x="4170667" y="87566"/>
                  </a:moveTo>
                  <a:lnTo>
                    <a:pt x="4113288" y="86563"/>
                  </a:lnTo>
                  <a:lnTo>
                    <a:pt x="4113288" y="86690"/>
                  </a:lnTo>
                  <a:lnTo>
                    <a:pt x="4170667" y="87693"/>
                  </a:lnTo>
                  <a:lnTo>
                    <a:pt x="4170667" y="87566"/>
                  </a:lnTo>
                  <a:close/>
                </a:path>
                <a:path w="6574790" h="5986780">
                  <a:moveTo>
                    <a:pt x="4170972" y="69913"/>
                  </a:moveTo>
                  <a:lnTo>
                    <a:pt x="4113606" y="68910"/>
                  </a:lnTo>
                  <a:lnTo>
                    <a:pt x="4113301" y="86309"/>
                  </a:lnTo>
                  <a:lnTo>
                    <a:pt x="4170667" y="87312"/>
                  </a:lnTo>
                  <a:lnTo>
                    <a:pt x="4170972" y="69913"/>
                  </a:lnTo>
                  <a:close/>
                </a:path>
                <a:path w="6574790" h="5986780">
                  <a:moveTo>
                    <a:pt x="4170984" y="69405"/>
                  </a:moveTo>
                  <a:lnTo>
                    <a:pt x="4056215" y="67411"/>
                  </a:lnTo>
                  <a:lnTo>
                    <a:pt x="4027513" y="66903"/>
                  </a:lnTo>
                  <a:lnTo>
                    <a:pt x="3998823" y="66395"/>
                  </a:lnTo>
                  <a:lnTo>
                    <a:pt x="3998811" y="66649"/>
                  </a:lnTo>
                  <a:lnTo>
                    <a:pt x="4056215" y="67652"/>
                  </a:lnTo>
                  <a:lnTo>
                    <a:pt x="4083443" y="68135"/>
                  </a:lnTo>
                  <a:lnTo>
                    <a:pt x="4056215" y="67652"/>
                  </a:lnTo>
                  <a:lnTo>
                    <a:pt x="4056202" y="67906"/>
                  </a:lnTo>
                  <a:lnTo>
                    <a:pt x="4113606" y="68910"/>
                  </a:lnTo>
                  <a:lnTo>
                    <a:pt x="4113606" y="68668"/>
                  </a:lnTo>
                  <a:lnTo>
                    <a:pt x="4170984" y="69659"/>
                  </a:lnTo>
                  <a:lnTo>
                    <a:pt x="4170984" y="69405"/>
                  </a:lnTo>
                  <a:close/>
                </a:path>
                <a:path w="6574790" h="5986780">
                  <a:moveTo>
                    <a:pt x="4183519" y="5929579"/>
                  </a:moveTo>
                  <a:lnTo>
                    <a:pt x="4126128" y="5928576"/>
                  </a:lnTo>
                  <a:lnTo>
                    <a:pt x="4125798" y="5947664"/>
                  </a:lnTo>
                  <a:lnTo>
                    <a:pt x="4183189" y="5948667"/>
                  </a:lnTo>
                  <a:lnTo>
                    <a:pt x="4183519" y="5929579"/>
                  </a:lnTo>
                  <a:close/>
                </a:path>
                <a:path w="6574790" h="5986780">
                  <a:moveTo>
                    <a:pt x="4228071" y="88315"/>
                  </a:moveTo>
                  <a:lnTo>
                    <a:pt x="4170667" y="87312"/>
                  </a:lnTo>
                  <a:lnTo>
                    <a:pt x="4170667" y="87566"/>
                  </a:lnTo>
                  <a:lnTo>
                    <a:pt x="4228058" y="88569"/>
                  </a:lnTo>
                  <a:lnTo>
                    <a:pt x="4228071" y="88315"/>
                  </a:lnTo>
                  <a:close/>
                </a:path>
                <a:path w="6574790" h="5986780">
                  <a:moveTo>
                    <a:pt x="4228376" y="70662"/>
                  </a:moveTo>
                  <a:lnTo>
                    <a:pt x="4170984" y="69659"/>
                  </a:lnTo>
                  <a:lnTo>
                    <a:pt x="4170972" y="69913"/>
                  </a:lnTo>
                  <a:lnTo>
                    <a:pt x="4228376" y="70916"/>
                  </a:lnTo>
                  <a:lnTo>
                    <a:pt x="4228376" y="70662"/>
                  </a:lnTo>
                  <a:close/>
                </a:path>
                <a:path w="6574790" h="5986780">
                  <a:moveTo>
                    <a:pt x="4285462" y="89573"/>
                  </a:moveTo>
                  <a:lnTo>
                    <a:pt x="4263936" y="89192"/>
                  </a:lnTo>
                  <a:lnTo>
                    <a:pt x="4228058" y="88569"/>
                  </a:lnTo>
                  <a:lnTo>
                    <a:pt x="4228058" y="88696"/>
                  </a:lnTo>
                  <a:lnTo>
                    <a:pt x="4256760" y="89192"/>
                  </a:lnTo>
                  <a:lnTo>
                    <a:pt x="4285450" y="89700"/>
                  </a:lnTo>
                  <a:lnTo>
                    <a:pt x="4285462" y="89573"/>
                  </a:lnTo>
                  <a:close/>
                </a:path>
                <a:path w="6574790" h="5986780">
                  <a:moveTo>
                    <a:pt x="4285767" y="71920"/>
                  </a:moveTo>
                  <a:lnTo>
                    <a:pt x="4228376" y="70916"/>
                  </a:lnTo>
                  <a:lnTo>
                    <a:pt x="4228071" y="88315"/>
                  </a:lnTo>
                  <a:lnTo>
                    <a:pt x="4278287" y="89192"/>
                  </a:lnTo>
                  <a:lnTo>
                    <a:pt x="4285462" y="89319"/>
                  </a:lnTo>
                  <a:lnTo>
                    <a:pt x="4285462" y="89192"/>
                  </a:lnTo>
                  <a:lnTo>
                    <a:pt x="4285462" y="89065"/>
                  </a:lnTo>
                  <a:lnTo>
                    <a:pt x="4285767" y="71920"/>
                  </a:lnTo>
                  <a:close/>
                </a:path>
                <a:path w="6574790" h="5986780">
                  <a:moveTo>
                    <a:pt x="4285780" y="71412"/>
                  </a:moveTo>
                  <a:lnTo>
                    <a:pt x="4228376" y="70408"/>
                  </a:lnTo>
                  <a:lnTo>
                    <a:pt x="4228376" y="70662"/>
                  </a:lnTo>
                  <a:lnTo>
                    <a:pt x="4285767" y="71666"/>
                  </a:lnTo>
                  <a:lnTo>
                    <a:pt x="4285780" y="71412"/>
                  </a:lnTo>
                  <a:close/>
                </a:path>
                <a:path w="6574790" h="5986780">
                  <a:moveTo>
                    <a:pt x="4298315" y="5931586"/>
                  </a:moveTo>
                  <a:lnTo>
                    <a:pt x="4240923" y="5930582"/>
                  </a:lnTo>
                  <a:lnTo>
                    <a:pt x="4240581" y="5949670"/>
                  </a:lnTo>
                  <a:lnTo>
                    <a:pt x="4297985" y="5950674"/>
                  </a:lnTo>
                  <a:lnTo>
                    <a:pt x="4298315" y="5931586"/>
                  </a:lnTo>
                  <a:close/>
                </a:path>
                <a:path w="6574790" h="5986780">
                  <a:moveTo>
                    <a:pt x="4342854" y="90322"/>
                  </a:moveTo>
                  <a:lnTo>
                    <a:pt x="4285462" y="89319"/>
                  </a:lnTo>
                  <a:lnTo>
                    <a:pt x="4285462" y="89573"/>
                  </a:lnTo>
                  <a:lnTo>
                    <a:pt x="4342854" y="90576"/>
                  </a:lnTo>
                  <a:lnTo>
                    <a:pt x="4342854" y="90322"/>
                  </a:lnTo>
                  <a:close/>
                </a:path>
                <a:path w="6574790" h="5986780">
                  <a:moveTo>
                    <a:pt x="4343171" y="72669"/>
                  </a:moveTo>
                  <a:lnTo>
                    <a:pt x="4285767" y="71666"/>
                  </a:lnTo>
                  <a:lnTo>
                    <a:pt x="4285767" y="71920"/>
                  </a:lnTo>
                  <a:lnTo>
                    <a:pt x="4343158" y="72923"/>
                  </a:lnTo>
                  <a:lnTo>
                    <a:pt x="4343171" y="72669"/>
                  </a:lnTo>
                  <a:close/>
                </a:path>
                <a:path w="6574790" h="5986780">
                  <a:moveTo>
                    <a:pt x="4400245" y="91567"/>
                  </a:moveTo>
                  <a:lnTo>
                    <a:pt x="4342854" y="90576"/>
                  </a:lnTo>
                  <a:lnTo>
                    <a:pt x="4342854" y="90703"/>
                  </a:lnTo>
                  <a:lnTo>
                    <a:pt x="4400245" y="91694"/>
                  </a:lnTo>
                  <a:lnTo>
                    <a:pt x="4400245" y="91567"/>
                  </a:lnTo>
                  <a:close/>
                </a:path>
                <a:path w="6574790" h="5986780">
                  <a:moveTo>
                    <a:pt x="4400562" y="73926"/>
                  </a:moveTo>
                  <a:lnTo>
                    <a:pt x="4343158" y="72923"/>
                  </a:lnTo>
                  <a:lnTo>
                    <a:pt x="4342854" y="90322"/>
                  </a:lnTo>
                  <a:lnTo>
                    <a:pt x="4400258" y="91313"/>
                  </a:lnTo>
                  <a:lnTo>
                    <a:pt x="4400562" y="73926"/>
                  </a:lnTo>
                  <a:close/>
                </a:path>
                <a:path w="6574790" h="5986780">
                  <a:moveTo>
                    <a:pt x="4436427" y="74041"/>
                  </a:moveTo>
                  <a:lnTo>
                    <a:pt x="4285780" y="71412"/>
                  </a:lnTo>
                  <a:lnTo>
                    <a:pt x="4343171" y="72669"/>
                  </a:lnTo>
                  <a:lnTo>
                    <a:pt x="4422076" y="74041"/>
                  </a:lnTo>
                  <a:lnTo>
                    <a:pt x="4436427" y="74041"/>
                  </a:lnTo>
                  <a:close/>
                </a:path>
                <a:path w="6574790" h="5986780">
                  <a:moveTo>
                    <a:pt x="4440758" y="5878220"/>
                  </a:moveTo>
                  <a:lnTo>
                    <a:pt x="1242136" y="5878233"/>
                  </a:lnTo>
                  <a:lnTo>
                    <a:pt x="1245362" y="5878296"/>
                  </a:lnTo>
                  <a:lnTo>
                    <a:pt x="4440758" y="5878220"/>
                  </a:lnTo>
                  <a:close/>
                </a:path>
                <a:path w="6574790" h="5986780">
                  <a:moveTo>
                    <a:pt x="4457624" y="92316"/>
                  </a:moveTo>
                  <a:lnTo>
                    <a:pt x="4400258" y="91313"/>
                  </a:lnTo>
                  <a:lnTo>
                    <a:pt x="4400245" y="91567"/>
                  </a:lnTo>
                  <a:lnTo>
                    <a:pt x="4457624" y="92570"/>
                  </a:lnTo>
                  <a:lnTo>
                    <a:pt x="4457624" y="92316"/>
                  </a:lnTo>
                  <a:close/>
                </a:path>
                <a:path w="6574790" h="5986780">
                  <a:moveTo>
                    <a:pt x="4457928" y="74663"/>
                  </a:moveTo>
                  <a:lnTo>
                    <a:pt x="4422076" y="74041"/>
                  </a:lnTo>
                  <a:lnTo>
                    <a:pt x="4407725" y="74041"/>
                  </a:lnTo>
                  <a:lnTo>
                    <a:pt x="4457928" y="74917"/>
                  </a:lnTo>
                  <a:lnTo>
                    <a:pt x="4457928" y="74663"/>
                  </a:lnTo>
                  <a:close/>
                </a:path>
                <a:path w="6574790" h="5986780">
                  <a:moveTo>
                    <a:pt x="4457941" y="74282"/>
                  </a:moveTo>
                  <a:lnTo>
                    <a:pt x="4443603" y="74041"/>
                  </a:lnTo>
                  <a:lnTo>
                    <a:pt x="4436427" y="74041"/>
                  </a:lnTo>
                  <a:lnTo>
                    <a:pt x="4457941" y="74409"/>
                  </a:lnTo>
                  <a:lnTo>
                    <a:pt x="4457941" y="74282"/>
                  </a:lnTo>
                  <a:close/>
                </a:path>
                <a:path w="6574790" h="5986780">
                  <a:moveTo>
                    <a:pt x="4457941" y="74028"/>
                  </a:moveTo>
                  <a:lnTo>
                    <a:pt x="4228376" y="70040"/>
                  </a:lnTo>
                  <a:lnTo>
                    <a:pt x="4170997" y="68897"/>
                  </a:lnTo>
                  <a:lnTo>
                    <a:pt x="4170984" y="69405"/>
                  </a:lnTo>
                  <a:lnTo>
                    <a:pt x="4228376" y="70408"/>
                  </a:lnTo>
                  <a:lnTo>
                    <a:pt x="4228376" y="70167"/>
                  </a:lnTo>
                  <a:lnTo>
                    <a:pt x="4257078" y="70777"/>
                  </a:lnTo>
                  <a:lnTo>
                    <a:pt x="4443603" y="74041"/>
                  </a:lnTo>
                  <a:lnTo>
                    <a:pt x="4457941" y="74028"/>
                  </a:lnTo>
                  <a:close/>
                </a:path>
                <a:path w="6574790" h="5986780">
                  <a:moveTo>
                    <a:pt x="4515015" y="93573"/>
                  </a:moveTo>
                  <a:lnTo>
                    <a:pt x="4486326" y="93078"/>
                  </a:lnTo>
                  <a:lnTo>
                    <a:pt x="4457624" y="92570"/>
                  </a:lnTo>
                  <a:lnTo>
                    <a:pt x="4457624" y="92697"/>
                  </a:lnTo>
                  <a:lnTo>
                    <a:pt x="4479137" y="93078"/>
                  </a:lnTo>
                  <a:lnTo>
                    <a:pt x="4515015" y="93700"/>
                  </a:lnTo>
                  <a:lnTo>
                    <a:pt x="4515015" y="93573"/>
                  </a:lnTo>
                  <a:close/>
                </a:path>
                <a:path w="6574790" h="5986780">
                  <a:moveTo>
                    <a:pt x="4515320" y="75920"/>
                  </a:moveTo>
                  <a:lnTo>
                    <a:pt x="4457928" y="74917"/>
                  </a:lnTo>
                  <a:lnTo>
                    <a:pt x="4457624" y="92316"/>
                  </a:lnTo>
                  <a:lnTo>
                    <a:pt x="4500677" y="93065"/>
                  </a:lnTo>
                  <a:lnTo>
                    <a:pt x="4515028" y="93319"/>
                  </a:lnTo>
                  <a:lnTo>
                    <a:pt x="4515028" y="93065"/>
                  </a:lnTo>
                  <a:lnTo>
                    <a:pt x="4515320" y="75920"/>
                  </a:lnTo>
                  <a:close/>
                </a:path>
                <a:path w="6574790" h="5986780">
                  <a:moveTo>
                    <a:pt x="4515332" y="75412"/>
                  </a:moveTo>
                  <a:lnTo>
                    <a:pt x="4457941" y="74409"/>
                  </a:lnTo>
                  <a:lnTo>
                    <a:pt x="4457928" y="74663"/>
                  </a:lnTo>
                  <a:lnTo>
                    <a:pt x="4515332" y="75666"/>
                  </a:lnTo>
                  <a:lnTo>
                    <a:pt x="4515332" y="75412"/>
                  </a:lnTo>
                  <a:close/>
                </a:path>
                <a:path w="6574790" h="5986780">
                  <a:moveTo>
                    <a:pt x="4527867" y="5935586"/>
                  </a:moveTo>
                  <a:lnTo>
                    <a:pt x="4470476" y="5934583"/>
                  </a:lnTo>
                  <a:lnTo>
                    <a:pt x="4470146" y="5953684"/>
                  </a:lnTo>
                  <a:lnTo>
                    <a:pt x="4527537" y="5954674"/>
                  </a:lnTo>
                  <a:lnTo>
                    <a:pt x="4527867" y="5935586"/>
                  </a:lnTo>
                  <a:close/>
                </a:path>
                <a:path w="6574790" h="5986780">
                  <a:moveTo>
                    <a:pt x="4572419" y="94322"/>
                  </a:moveTo>
                  <a:lnTo>
                    <a:pt x="4515028" y="93319"/>
                  </a:lnTo>
                  <a:lnTo>
                    <a:pt x="4515015" y="93573"/>
                  </a:lnTo>
                  <a:lnTo>
                    <a:pt x="4572406" y="94576"/>
                  </a:lnTo>
                  <a:lnTo>
                    <a:pt x="4572419" y="94322"/>
                  </a:lnTo>
                  <a:close/>
                </a:path>
                <a:path w="6574790" h="5986780">
                  <a:moveTo>
                    <a:pt x="4572724" y="76669"/>
                  </a:moveTo>
                  <a:lnTo>
                    <a:pt x="4515332" y="75666"/>
                  </a:lnTo>
                  <a:lnTo>
                    <a:pt x="4515320" y="75920"/>
                  </a:lnTo>
                  <a:lnTo>
                    <a:pt x="4572724" y="76923"/>
                  </a:lnTo>
                  <a:lnTo>
                    <a:pt x="4572724" y="76669"/>
                  </a:lnTo>
                  <a:close/>
                </a:path>
                <a:path w="6574790" h="5986780">
                  <a:moveTo>
                    <a:pt x="4572724" y="76415"/>
                  </a:moveTo>
                  <a:lnTo>
                    <a:pt x="4544034" y="75793"/>
                  </a:lnTo>
                  <a:lnTo>
                    <a:pt x="4515332" y="75285"/>
                  </a:lnTo>
                  <a:lnTo>
                    <a:pt x="4515332" y="75412"/>
                  </a:lnTo>
                  <a:lnTo>
                    <a:pt x="4572724" y="76415"/>
                  </a:lnTo>
                  <a:close/>
                </a:path>
                <a:path w="6574790" h="5986780">
                  <a:moveTo>
                    <a:pt x="4573727" y="5888291"/>
                  </a:moveTo>
                  <a:lnTo>
                    <a:pt x="1819313" y="5888317"/>
                  </a:lnTo>
                  <a:lnTo>
                    <a:pt x="1820037" y="5888329"/>
                  </a:lnTo>
                  <a:lnTo>
                    <a:pt x="4573727" y="5888291"/>
                  </a:lnTo>
                  <a:close/>
                </a:path>
                <a:path w="6574790" h="5986780">
                  <a:moveTo>
                    <a:pt x="4629810" y="95580"/>
                  </a:moveTo>
                  <a:lnTo>
                    <a:pt x="4622635" y="95453"/>
                  </a:lnTo>
                  <a:lnTo>
                    <a:pt x="4572406" y="94576"/>
                  </a:lnTo>
                  <a:lnTo>
                    <a:pt x="4572406" y="94703"/>
                  </a:lnTo>
                  <a:lnTo>
                    <a:pt x="4615459" y="95453"/>
                  </a:lnTo>
                  <a:lnTo>
                    <a:pt x="4629810" y="95707"/>
                  </a:lnTo>
                  <a:lnTo>
                    <a:pt x="4629810" y="95580"/>
                  </a:lnTo>
                  <a:close/>
                </a:path>
                <a:path w="6574790" h="5986780">
                  <a:moveTo>
                    <a:pt x="4630115" y="77927"/>
                  </a:moveTo>
                  <a:lnTo>
                    <a:pt x="4572724" y="76923"/>
                  </a:lnTo>
                  <a:lnTo>
                    <a:pt x="4572419" y="94322"/>
                  </a:lnTo>
                  <a:lnTo>
                    <a:pt x="4629810" y="95326"/>
                  </a:lnTo>
                  <a:lnTo>
                    <a:pt x="4630115" y="77927"/>
                  </a:lnTo>
                  <a:close/>
                </a:path>
                <a:path w="6574790" h="5986780">
                  <a:moveTo>
                    <a:pt x="4642637" y="5937593"/>
                  </a:moveTo>
                  <a:lnTo>
                    <a:pt x="4585271" y="5936589"/>
                  </a:lnTo>
                  <a:lnTo>
                    <a:pt x="4584941" y="5955677"/>
                  </a:lnTo>
                  <a:lnTo>
                    <a:pt x="4642307" y="5956681"/>
                  </a:lnTo>
                  <a:lnTo>
                    <a:pt x="4642637" y="5937593"/>
                  </a:lnTo>
                  <a:close/>
                </a:path>
                <a:path w="6574790" h="5986780">
                  <a:moveTo>
                    <a:pt x="4657077" y="5882005"/>
                  </a:moveTo>
                  <a:lnTo>
                    <a:pt x="1456232" y="5881979"/>
                  </a:lnTo>
                  <a:lnTo>
                    <a:pt x="1460411" y="5882043"/>
                  </a:lnTo>
                  <a:lnTo>
                    <a:pt x="4657077" y="5882005"/>
                  </a:lnTo>
                  <a:close/>
                </a:path>
                <a:path w="6574790" h="5986780">
                  <a:moveTo>
                    <a:pt x="4744885" y="79933"/>
                  </a:moveTo>
                  <a:lnTo>
                    <a:pt x="4687506" y="78930"/>
                  </a:lnTo>
                  <a:lnTo>
                    <a:pt x="4687201" y="96710"/>
                  </a:lnTo>
                  <a:lnTo>
                    <a:pt x="4744580" y="97713"/>
                  </a:lnTo>
                  <a:lnTo>
                    <a:pt x="4744885" y="79933"/>
                  </a:lnTo>
                  <a:close/>
                </a:path>
                <a:path w="6574790" h="5986780">
                  <a:moveTo>
                    <a:pt x="4744898" y="79425"/>
                  </a:moveTo>
                  <a:lnTo>
                    <a:pt x="4572724" y="76415"/>
                  </a:lnTo>
                  <a:lnTo>
                    <a:pt x="4572724" y="76669"/>
                  </a:lnTo>
                  <a:lnTo>
                    <a:pt x="4630115" y="77685"/>
                  </a:lnTo>
                  <a:lnTo>
                    <a:pt x="4630115" y="77927"/>
                  </a:lnTo>
                  <a:lnTo>
                    <a:pt x="4675022" y="78714"/>
                  </a:lnTo>
                  <a:lnTo>
                    <a:pt x="4630128" y="77685"/>
                  </a:lnTo>
                  <a:lnTo>
                    <a:pt x="4744885" y="79679"/>
                  </a:lnTo>
                  <a:lnTo>
                    <a:pt x="4744898" y="79425"/>
                  </a:lnTo>
                  <a:close/>
                </a:path>
                <a:path w="6574790" h="5986780">
                  <a:moveTo>
                    <a:pt x="4744898" y="79044"/>
                  </a:moveTo>
                  <a:lnTo>
                    <a:pt x="4515332" y="75044"/>
                  </a:lnTo>
                  <a:lnTo>
                    <a:pt x="4486643" y="74536"/>
                  </a:lnTo>
                  <a:lnTo>
                    <a:pt x="4457941" y="74028"/>
                  </a:lnTo>
                  <a:lnTo>
                    <a:pt x="4457941" y="74282"/>
                  </a:lnTo>
                  <a:lnTo>
                    <a:pt x="4515332" y="75285"/>
                  </a:lnTo>
                  <a:lnTo>
                    <a:pt x="4544034" y="75793"/>
                  </a:lnTo>
                  <a:lnTo>
                    <a:pt x="4744898" y="79298"/>
                  </a:lnTo>
                  <a:lnTo>
                    <a:pt x="4744898" y="79044"/>
                  </a:lnTo>
                  <a:close/>
                </a:path>
                <a:path w="6574790" h="5986780">
                  <a:moveTo>
                    <a:pt x="4757432" y="5939599"/>
                  </a:moveTo>
                  <a:lnTo>
                    <a:pt x="4700041" y="5938596"/>
                  </a:lnTo>
                  <a:lnTo>
                    <a:pt x="4699698" y="5957684"/>
                  </a:lnTo>
                  <a:lnTo>
                    <a:pt x="4757102" y="5958687"/>
                  </a:lnTo>
                  <a:lnTo>
                    <a:pt x="4757432" y="5939599"/>
                  </a:lnTo>
                  <a:close/>
                </a:path>
                <a:path w="6574790" h="5986780">
                  <a:moveTo>
                    <a:pt x="4802289" y="80683"/>
                  </a:moveTo>
                  <a:lnTo>
                    <a:pt x="4744885" y="79679"/>
                  </a:lnTo>
                  <a:lnTo>
                    <a:pt x="4744885" y="79933"/>
                  </a:lnTo>
                  <a:lnTo>
                    <a:pt x="4802276" y="80937"/>
                  </a:lnTo>
                  <a:lnTo>
                    <a:pt x="4802289" y="80683"/>
                  </a:lnTo>
                  <a:close/>
                </a:path>
                <a:path w="6574790" h="5986780">
                  <a:moveTo>
                    <a:pt x="4802289" y="80302"/>
                  </a:moveTo>
                  <a:lnTo>
                    <a:pt x="4744898" y="79298"/>
                  </a:lnTo>
                  <a:lnTo>
                    <a:pt x="4744898" y="79425"/>
                  </a:lnTo>
                  <a:lnTo>
                    <a:pt x="4802289" y="80429"/>
                  </a:lnTo>
                  <a:lnTo>
                    <a:pt x="4802289" y="80302"/>
                  </a:lnTo>
                  <a:close/>
                </a:path>
                <a:path w="6574790" h="5986780">
                  <a:moveTo>
                    <a:pt x="4859680" y="81940"/>
                  </a:moveTo>
                  <a:lnTo>
                    <a:pt x="4802276" y="80937"/>
                  </a:lnTo>
                  <a:lnTo>
                    <a:pt x="4801971" y="98717"/>
                  </a:lnTo>
                  <a:lnTo>
                    <a:pt x="4837836" y="99339"/>
                  </a:lnTo>
                  <a:lnTo>
                    <a:pt x="4859363" y="99707"/>
                  </a:lnTo>
                  <a:lnTo>
                    <a:pt x="4859375" y="99326"/>
                  </a:lnTo>
                  <a:lnTo>
                    <a:pt x="4859680" y="81940"/>
                  </a:lnTo>
                  <a:close/>
                </a:path>
                <a:path w="6574790" h="5986780">
                  <a:moveTo>
                    <a:pt x="4872202" y="5941593"/>
                  </a:moveTo>
                  <a:lnTo>
                    <a:pt x="4814824" y="5940603"/>
                  </a:lnTo>
                  <a:lnTo>
                    <a:pt x="4814494" y="5959691"/>
                  </a:lnTo>
                  <a:lnTo>
                    <a:pt x="4871872" y="5960694"/>
                  </a:lnTo>
                  <a:lnTo>
                    <a:pt x="4872202" y="5941593"/>
                  </a:lnTo>
                  <a:close/>
                </a:path>
                <a:path w="6574790" h="5986780">
                  <a:moveTo>
                    <a:pt x="4974463" y="83934"/>
                  </a:moveTo>
                  <a:lnTo>
                    <a:pt x="4917071" y="82931"/>
                  </a:lnTo>
                  <a:lnTo>
                    <a:pt x="4916754" y="100711"/>
                  </a:lnTo>
                  <a:lnTo>
                    <a:pt x="4974158" y="101714"/>
                  </a:lnTo>
                  <a:lnTo>
                    <a:pt x="4974463" y="83934"/>
                  </a:lnTo>
                  <a:close/>
                </a:path>
                <a:path w="6574790" h="5986780">
                  <a:moveTo>
                    <a:pt x="4986998" y="5943600"/>
                  </a:moveTo>
                  <a:lnTo>
                    <a:pt x="4929594" y="5942596"/>
                  </a:lnTo>
                  <a:lnTo>
                    <a:pt x="4929263" y="5961697"/>
                  </a:lnTo>
                  <a:lnTo>
                    <a:pt x="4986655" y="5962688"/>
                  </a:lnTo>
                  <a:lnTo>
                    <a:pt x="4986998" y="5943600"/>
                  </a:lnTo>
                  <a:close/>
                </a:path>
                <a:path w="6574790" h="5986780">
                  <a:moveTo>
                    <a:pt x="5010861" y="84061"/>
                  </a:moveTo>
                  <a:lnTo>
                    <a:pt x="4859680" y="81432"/>
                  </a:lnTo>
                  <a:lnTo>
                    <a:pt x="4832439" y="80962"/>
                  </a:lnTo>
                  <a:lnTo>
                    <a:pt x="4802289" y="80429"/>
                  </a:lnTo>
                  <a:lnTo>
                    <a:pt x="4802289" y="80683"/>
                  </a:lnTo>
                  <a:lnTo>
                    <a:pt x="4859680" y="81686"/>
                  </a:lnTo>
                  <a:lnTo>
                    <a:pt x="4859680" y="81559"/>
                  </a:lnTo>
                  <a:lnTo>
                    <a:pt x="4888382" y="82181"/>
                  </a:lnTo>
                  <a:lnTo>
                    <a:pt x="4888979" y="82194"/>
                  </a:lnTo>
                  <a:lnTo>
                    <a:pt x="4859680" y="81686"/>
                  </a:lnTo>
                  <a:lnTo>
                    <a:pt x="4859680" y="81940"/>
                  </a:lnTo>
                  <a:lnTo>
                    <a:pt x="4917071" y="82931"/>
                  </a:lnTo>
                  <a:lnTo>
                    <a:pt x="4917071" y="82689"/>
                  </a:lnTo>
                  <a:lnTo>
                    <a:pt x="4996866" y="84074"/>
                  </a:lnTo>
                  <a:lnTo>
                    <a:pt x="5010861" y="84061"/>
                  </a:lnTo>
                  <a:close/>
                </a:path>
                <a:path w="6574790" h="5986780">
                  <a:moveTo>
                    <a:pt x="5031841" y="84683"/>
                  </a:moveTo>
                  <a:lnTo>
                    <a:pt x="4996866" y="84074"/>
                  </a:lnTo>
                  <a:lnTo>
                    <a:pt x="4982870" y="84086"/>
                  </a:lnTo>
                  <a:lnTo>
                    <a:pt x="5031841" y="84937"/>
                  </a:lnTo>
                  <a:lnTo>
                    <a:pt x="5031841" y="84683"/>
                  </a:lnTo>
                  <a:close/>
                </a:path>
                <a:path w="6574790" h="5986780">
                  <a:moveTo>
                    <a:pt x="5031854" y="84302"/>
                  </a:moveTo>
                  <a:lnTo>
                    <a:pt x="5017859" y="84061"/>
                  </a:lnTo>
                  <a:lnTo>
                    <a:pt x="5010861" y="84061"/>
                  </a:lnTo>
                  <a:lnTo>
                    <a:pt x="5031841" y="84429"/>
                  </a:lnTo>
                  <a:lnTo>
                    <a:pt x="5031854" y="84302"/>
                  </a:lnTo>
                  <a:close/>
                </a:path>
                <a:path w="6574790" h="5986780">
                  <a:moveTo>
                    <a:pt x="5031854" y="84048"/>
                  </a:moveTo>
                  <a:lnTo>
                    <a:pt x="4747006" y="79082"/>
                  </a:lnTo>
                  <a:lnTo>
                    <a:pt x="4802289" y="80302"/>
                  </a:lnTo>
                  <a:lnTo>
                    <a:pt x="5017859" y="84061"/>
                  </a:lnTo>
                  <a:lnTo>
                    <a:pt x="5031854" y="84048"/>
                  </a:lnTo>
                  <a:close/>
                </a:path>
                <a:path w="6574790" h="5986780">
                  <a:moveTo>
                    <a:pt x="5089233" y="85940"/>
                  </a:moveTo>
                  <a:lnTo>
                    <a:pt x="5031841" y="84937"/>
                  </a:lnTo>
                  <a:lnTo>
                    <a:pt x="5031524" y="102717"/>
                  </a:lnTo>
                  <a:lnTo>
                    <a:pt x="5053050" y="103098"/>
                  </a:lnTo>
                  <a:lnTo>
                    <a:pt x="5088928" y="103720"/>
                  </a:lnTo>
                  <a:lnTo>
                    <a:pt x="5088941" y="103085"/>
                  </a:lnTo>
                  <a:lnTo>
                    <a:pt x="5089233" y="85940"/>
                  </a:lnTo>
                  <a:close/>
                </a:path>
                <a:path w="6574790" h="5986780">
                  <a:moveTo>
                    <a:pt x="5089245" y="85432"/>
                  </a:moveTo>
                  <a:lnTo>
                    <a:pt x="5031841" y="84429"/>
                  </a:lnTo>
                  <a:lnTo>
                    <a:pt x="5031841" y="84683"/>
                  </a:lnTo>
                  <a:lnTo>
                    <a:pt x="5089233" y="85686"/>
                  </a:lnTo>
                  <a:lnTo>
                    <a:pt x="5089245" y="85432"/>
                  </a:lnTo>
                  <a:close/>
                </a:path>
                <a:path w="6574790" h="5986780">
                  <a:moveTo>
                    <a:pt x="5101780" y="5945606"/>
                  </a:moveTo>
                  <a:lnTo>
                    <a:pt x="5044389" y="5944603"/>
                  </a:lnTo>
                  <a:lnTo>
                    <a:pt x="5044059" y="5963691"/>
                  </a:lnTo>
                  <a:lnTo>
                    <a:pt x="5101450" y="5964694"/>
                  </a:lnTo>
                  <a:lnTo>
                    <a:pt x="5101780" y="5945606"/>
                  </a:lnTo>
                  <a:close/>
                </a:path>
                <a:path w="6574790" h="5986780">
                  <a:moveTo>
                    <a:pt x="5118405" y="85953"/>
                  </a:moveTo>
                  <a:lnTo>
                    <a:pt x="5089245" y="85305"/>
                  </a:lnTo>
                  <a:lnTo>
                    <a:pt x="5089245" y="85432"/>
                  </a:lnTo>
                  <a:lnTo>
                    <a:pt x="5118405" y="85953"/>
                  </a:lnTo>
                  <a:close/>
                </a:path>
                <a:path w="6574790" h="5986780">
                  <a:moveTo>
                    <a:pt x="5146637" y="86690"/>
                  </a:moveTo>
                  <a:lnTo>
                    <a:pt x="5089233" y="85686"/>
                  </a:lnTo>
                  <a:lnTo>
                    <a:pt x="5089233" y="85940"/>
                  </a:lnTo>
                  <a:lnTo>
                    <a:pt x="5146624" y="86944"/>
                  </a:lnTo>
                  <a:lnTo>
                    <a:pt x="5146637" y="86690"/>
                  </a:lnTo>
                  <a:close/>
                </a:path>
                <a:path w="6574790" h="5986780">
                  <a:moveTo>
                    <a:pt x="5175326" y="87185"/>
                  </a:moveTo>
                  <a:lnTo>
                    <a:pt x="5146637" y="86563"/>
                  </a:lnTo>
                  <a:lnTo>
                    <a:pt x="5146637" y="86690"/>
                  </a:lnTo>
                  <a:lnTo>
                    <a:pt x="5175326" y="87185"/>
                  </a:lnTo>
                  <a:close/>
                </a:path>
                <a:path w="6574790" h="5986780">
                  <a:moveTo>
                    <a:pt x="5204028" y="87947"/>
                  </a:moveTo>
                  <a:lnTo>
                    <a:pt x="5146624" y="86944"/>
                  </a:lnTo>
                  <a:lnTo>
                    <a:pt x="5146319" y="104724"/>
                  </a:lnTo>
                  <a:lnTo>
                    <a:pt x="5203710" y="105727"/>
                  </a:lnTo>
                  <a:lnTo>
                    <a:pt x="5204028" y="87947"/>
                  </a:lnTo>
                  <a:close/>
                </a:path>
                <a:path w="6574790" h="5986780">
                  <a:moveTo>
                    <a:pt x="5254244" y="87934"/>
                  </a:moveTo>
                  <a:lnTo>
                    <a:pt x="5031854" y="84048"/>
                  </a:lnTo>
                  <a:lnTo>
                    <a:pt x="5031854" y="84302"/>
                  </a:lnTo>
                  <a:lnTo>
                    <a:pt x="5089245" y="85305"/>
                  </a:lnTo>
                  <a:lnTo>
                    <a:pt x="5239893" y="87934"/>
                  </a:lnTo>
                  <a:lnTo>
                    <a:pt x="5254244" y="87934"/>
                  </a:lnTo>
                  <a:close/>
                </a:path>
                <a:path w="6574790" h="5986780">
                  <a:moveTo>
                    <a:pt x="5261407" y="88315"/>
                  </a:moveTo>
                  <a:lnTo>
                    <a:pt x="5239893" y="87934"/>
                  </a:lnTo>
                  <a:lnTo>
                    <a:pt x="5204028" y="87947"/>
                  </a:lnTo>
                  <a:lnTo>
                    <a:pt x="5261394" y="88950"/>
                  </a:lnTo>
                  <a:lnTo>
                    <a:pt x="5261407" y="88315"/>
                  </a:lnTo>
                  <a:close/>
                </a:path>
                <a:path w="6574790" h="5986780">
                  <a:moveTo>
                    <a:pt x="5261419" y="87934"/>
                  </a:moveTo>
                  <a:lnTo>
                    <a:pt x="5254244" y="87934"/>
                  </a:lnTo>
                  <a:lnTo>
                    <a:pt x="5261419" y="88061"/>
                  </a:lnTo>
                  <a:lnTo>
                    <a:pt x="5261419" y="87934"/>
                  </a:lnTo>
                  <a:close/>
                </a:path>
                <a:path w="6574790" h="5986780">
                  <a:moveTo>
                    <a:pt x="5318493" y="106959"/>
                  </a:moveTo>
                  <a:lnTo>
                    <a:pt x="5203698" y="106997"/>
                  </a:lnTo>
                  <a:lnTo>
                    <a:pt x="5277320" y="107010"/>
                  </a:lnTo>
                  <a:lnTo>
                    <a:pt x="5318480" y="107721"/>
                  </a:lnTo>
                  <a:lnTo>
                    <a:pt x="5318493" y="106959"/>
                  </a:lnTo>
                  <a:close/>
                </a:path>
                <a:path w="6574790" h="5986780">
                  <a:moveTo>
                    <a:pt x="5318798" y="89954"/>
                  </a:moveTo>
                  <a:lnTo>
                    <a:pt x="5261394" y="88950"/>
                  </a:lnTo>
                  <a:lnTo>
                    <a:pt x="5261089" y="106730"/>
                  </a:lnTo>
                  <a:lnTo>
                    <a:pt x="5275440" y="106972"/>
                  </a:lnTo>
                  <a:lnTo>
                    <a:pt x="5318493" y="106959"/>
                  </a:lnTo>
                  <a:lnTo>
                    <a:pt x="5318798" y="89954"/>
                  </a:lnTo>
                  <a:close/>
                </a:path>
                <a:path w="6574790" h="5986780">
                  <a:moveTo>
                    <a:pt x="5331345" y="5949607"/>
                  </a:moveTo>
                  <a:lnTo>
                    <a:pt x="5273941" y="5948616"/>
                  </a:lnTo>
                  <a:lnTo>
                    <a:pt x="5273611" y="5967704"/>
                  </a:lnTo>
                  <a:lnTo>
                    <a:pt x="5331003" y="5968708"/>
                  </a:lnTo>
                  <a:lnTo>
                    <a:pt x="5331345" y="5949607"/>
                  </a:lnTo>
                  <a:close/>
                </a:path>
                <a:path w="6574790" h="5986780">
                  <a:moveTo>
                    <a:pt x="5376202" y="90436"/>
                  </a:moveTo>
                  <a:lnTo>
                    <a:pt x="5347500" y="89814"/>
                  </a:lnTo>
                  <a:lnTo>
                    <a:pt x="5318811" y="89319"/>
                  </a:lnTo>
                  <a:lnTo>
                    <a:pt x="5318798" y="89954"/>
                  </a:lnTo>
                  <a:lnTo>
                    <a:pt x="5376189" y="90944"/>
                  </a:lnTo>
                  <a:lnTo>
                    <a:pt x="5376202" y="90436"/>
                  </a:lnTo>
                  <a:close/>
                </a:path>
                <a:path w="6574790" h="5986780">
                  <a:moveTo>
                    <a:pt x="5446115" y="5951613"/>
                  </a:moveTo>
                  <a:lnTo>
                    <a:pt x="5388737" y="5950610"/>
                  </a:lnTo>
                  <a:lnTo>
                    <a:pt x="5388407" y="5969711"/>
                  </a:lnTo>
                  <a:lnTo>
                    <a:pt x="5445772" y="5970702"/>
                  </a:lnTo>
                  <a:lnTo>
                    <a:pt x="5446115" y="5951613"/>
                  </a:lnTo>
                  <a:close/>
                </a:path>
                <a:path w="6574790" h="5986780">
                  <a:moveTo>
                    <a:pt x="5486298" y="92875"/>
                  </a:moveTo>
                  <a:lnTo>
                    <a:pt x="5433593" y="91694"/>
                  </a:lnTo>
                  <a:lnTo>
                    <a:pt x="5433580" y="91948"/>
                  </a:lnTo>
                  <a:lnTo>
                    <a:pt x="5486298" y="92875"/>
                  </a:lnTo>
                  <a:close/>
                </a:path>
                <a:path w="6574790" h="5986780">
                  <a:moveTo>
                    <a:pt x="5490680" y="110350"/>
                  </a:moveTo>
                  <a:lnTo>
                    <a:pt x="5440451" y="109474"/>
                  </a:lnTo>
                  <a:lnTo>
                    <a:pt x="5433276" y="109347"/>
                  </a:lnTo>
                  <a:lnTo>
                    <a:pt x="5433580" y="91948"/>
                  </a:lnTo>
                  <a:lnTo>
                    <a:pt x="5376189" y="90944"/>
                  </a:lnTo>
                  <a:lnTo>
                    <a:pt x="5375884" y="108724"/>
                  </a:lnTo>
                  <a:lnTo>
                    <a:pt x="5418925" y="109474"/>
                  </a:lnTo>
                  <a:lnTo>
                    <a:pt x="5433276" y="109728"/>
                  </a:lnTo>
                  <a:lnTo>
                    <a:pt x="5433276" y="109601"/>
                  </a:lnTo>
                  <a:lnTo>
                    <a:pt x="5490667" y="110604"/>
                  </a:lnTo>
                  <a:lnTo>
                    <a:pt x="5490680" y="110350"/>
                  </a:lnTo>
                  <a:close/>
                </a:path>
                <a:path w="6574790" h="5986780">
                  <a:moveTo>
                    <a:pt x="5521960" y="5904839"/>
                  </a:moveTo>
                  <a:lnTo>
                    <a:pt x="2766174" y="5904839"/>
                  </a:lnTo>
                  <a:lnTo>
                    <a:pt x="2765920" y="5904839"/>
                  </a:lnTo>
                  <a:lnTo>
                    <a:pt x="2748750" y="5904535"/>
                  </a:lnTo>
                  <a:lnTo>
                    <a:pt x="2748419" y="5923623"/>
                  </a:lnTo>
                  <a:lnTo>
                    <a:pt x="2805811" y="5924626"/>
                  </a:lnTo>
                  <a:lnTo>
                    <a:pt x="2806141" y="5905538"/>
                  </a:lnTo>
                  <a:lnTo>
                    <a:pt x="2766911" y="5904852"/>
                  </a:lnTo>
                  <a:lnTo>
                    <a:pt x="5521960" y="5904839"/>
                  </a:lnTo>
                  <a:close/>
                </a:path>
                <a:path w="6574790" h="5986780">
                  <a:moveTo>
                    <a:pt x="5548046" y="111607"/>
                  </a:moveTo>
                  <a:lnTo>
                    <a:pt x="5490667" y="110604"/>
                  </a:lnTo>
                  <a:lnTo>
                    <a:pt x="5490667" y="110731"/>
                  </a:lnTo>
                  <a:lnTo>
                    <a:pt x="5548046" y="111734"/>
                  </a:lnTo>
                  <a:lnTo>
                    <a:pt x="5548046" y="111607"/>
                  </a:lnTo>
                  <a:close/>
                </a:path>
                <a:path w="6574790" h="5986780">
                  <a:moveTo>
                    <a:pt x="5548350" y="93954"/>
                  </a:moveTo>
                  <a:lnTo>
                    <a:pt x="5490984" y="92951"/>
                  </a:lnTo>
                  <a:lnTo>
                    <a:pt x="5490680" y="110350"/>
                  </a:lnTo>
                  <a:lnTo>
                    <a:pt x="5548046" y="111353"/>
                  </a:lnTo>
                  <a:lnTo>
                    <a:pt x="5548350" y="93954"/>
                  </a:lnTo>
                  <a:close/>
                </a:path>
                <a:path w="6574790" h="5986780">
                  <a:moveTo>
                    <a:pt x="5548363" y="93065"/>
                  </a:moveTo>
                  <a:lnTo>
                    <a:pt x="5318811" y="89065"/>
                  </a:lnTo>
                  <a:lnTo>
                    <a:pt x="5290109" y="88557"/>
                  </a:lnTo>
                  <a:lnTo>
                    <a:pt x="5291518" y="88595"/>
                  </a:lnTo>
                  <a:lnTo>
                    <a:pt x="5261419" y="88061"/>
                  </a:lnTo>
                  <a:lnTo>
                    <a:pt x="5261407" y="88315"/>
                  </a:lnTo>
                  <a:lnTo>
                    <a:pt x="5318811" y="89319"/>
                  </a:lnTo>
                  <a:lnTo>
                    <a:pt x="5318811" y="89192"/>
                  </a:lnTo>
                  <a:lnTo>
                    <a:pt x="5347500" y="89814"/>
                  </a:lnTo>
                  <a:lnTo>
                    <a:pt x="5548363" y="93319"/>
                  </a:lnTo>
                  <a:lnTo>
                    <a:pt x="5548363" y="93065"/>
                  </a:lnTo>
                  <a:close/>
                </a:path>
                <a:path w="6574790" h="5986780">
                  <a:moveTo>
                    <a:pt x="5560898" y="5953620"/>
                  </a:moveTo>
                  <a:lnTo>
                    <a:pt x="5503507" y="5952617"/>
                  </a:lnTo>
                  <a:lnTo>
                    <a:pt x="5503176" y="5971705"/>
                  </a:lnTo>
                  <a:lnTo>
                    <a:pt x="5560568" y="5972708"/>
                  </a:lnTo>
                  <a:lnTo>
                    <a:pt x="5560898" y="5953620"/>
                  </a:lnTo>
                  <a:close/>
                </a:path>
                <a:path w="6574790" h="5986780">
                  <a:moveTo>
                    <a:pt x="5580189" y="93624"/>
                  </a:moveTo>
                  <a:lnTo>
                    <a:pt x="5552948" y="93014"/>
                  </a:lnTo>
                  <a:lnTo>
                    <a:pt x="5548363" y="93065"/>
                  </a:lnTo>
                  <a:lnTo>
                    <a:pt x="5580189" y="93624"/>
                  </a:lnTo>
                  <a:close/>
                </a:path>
                <a:path w="6574790" h="5986780">
                  <a:moveTo>
                    <a:pt x="5605450" y="112356"/>
                  </a:moveTo>
                  <a:lnTo>
                    <a:pt x="5548046" y="111353"/>
                  </a:lnTo>
                  <a:lnTo>
                    <a:pt x="5548046" y="111607"/>
                  </a:lnTo>
                  <a:lnTo>
                    <a:pt x="5605437" y="112610"/>
                  </a:lnTo>
                  <a:lnTo>
                    <a:pt x="5605450" y="112356"/>
                  </a:lnTo>
                  <a:close/>
                </a:path>
                <a:path w="6574790" h="5986780">
                  <a:moveTo>
                    <a:pt x="5605754" y="94322"/>
                  </a:moveTo>
                  <a:lnTo>
                    <a:pt x="5548363" y="93319"/>
                  </a:lnTo>
                  <a:lnTo>
                    <a:pt x="5548350" y="93954"/>
                  </a:lnTo>
                  <a:lnTo>
                    <a:pt x="5605742" y="94957"/>
                  </a:lnTo>
                  <a:lnTo>
                    <a:pt x="5605754" y="94322"/>
                  </a:lnTo>
                  <a:close/>
                </a:path>
                <a:path w="6574790" h="5986780">
                  <a:moveTo>
                    <a:pt x="5612346" y="5898667"/>
                  </a:moveTo>
                  <a:lnTo>
                    <a:pt x="2408834" y="5898604"/>
                  </a:lnTo>
                  <a:lnTo>
                    <a:pt x="2410904" y="5898642"/>
                  </a:lnTo>
                  <a:lnTo>
                    <a:pt x="2404427" y="5898527"/>
                  </a:lnTo>
                  <a:lnTo>
                    <a:pt x="2404084" y="5917616"/>
                  </a:lnTo>
                  <a:lnTo>
                    <a:pt x="2461463" y="5918619"/>
                  </a:lnTo>
                  <a:lnTo>
                    <a:pt x="2461793" y="5899531"/>
                  </a:lnTo>
                  <a:lnTo>
                    <a:pt x="2413139" y="5898680"/>
                  </a:lnTo>
                  <a:lnTo>
                    <a:pt x="5612346" y="5898667"/>
                  </a:lnTo>
                  <a:close/>
                </a:path>
                <a:path w="6574790" h="5986780">
                  <a:moveTo>
                    <a:pt x="5632170" y="94780"/>
                  </a:moveTo>
                  <a:lnTo>
                    <a:pt x="5605754" y="94195"/>
                  </a:lnTo>
                  <a:lnTo>
                    <a:pt x="5605754" y="94322"/>
                  </a:lnTo>
                  <a:lnTo>
                    <a:pt x="5632170" y="94780"/>
                  </a:lnTo>
                  <a:close/>
                </a:path>
                <a:path w="6574790" h="5986780">
                  <a:moveTo>
                    <a:pt x="5662841" y="113614"/>
                  </a:moveTo>
                  <a:lnTo>
                    <a:pt x="5641314" y="113233"/>
                  </a:lnTo>
                  <a:lnTo>
                    <a:pt x="5605437" y="112610"/>
                  </a:lnTo>
                  <a:lnTo>
                    <a:pt x="5605437" y="112737"/>
                  </a:lnTo>
                  <a:lnTo>
                    <a:pt x="5634139" y="113233"/>
                  </a:lnTo>
                  <a:lnTo>
                    <a:pt x="5662828" y="113741"/>
                  </a:lnTo>
                  <a:lnTo>
                    <a:pt x="5662841" y="113614"/>
                  </a:lnTo>
                  <a:close/>
                </a:path>
                <a:path w="6574790" h="5986780">
                  <a:moveTo>
                    <a:pt x="5663146" y="95961"/>
                  </a:moveTo>
                  <a:lnTo>
                    <a:pt x="5605742" y="94957"/>
                  </a:lnTo>
                  <a:lnTo>
                    <a:pt x="5605450" y="112356"/>
                  </a:lnTo>
                  <a:lnTo>
                    <a:pt x="5655665" y="113233"/>
                  </a:lnTo>
                  <a:lnTo>
                    <a:pt x="5662841" y="113360"/>
                  </a:lnTo>
                  <a:lnTo>
                    <a:pt x="5662841" y="113233"/>
                  </a:lnTo>
                  <a:lnTo>
                    <a:pt x="5662841" y="113106"/>
                  </a:lnTo>
                  <a:lnTo>
                    <a:pt x="5663146" y="95961"/>
                  </a:lnTo>
                  <a:close/>
                </a:path>
                <a:path w="6574790" h="5986780">
                  <a:moveTo>
                    <a:pt x="5668048" y="5906122"/>
                  </a:moveTo>
                  <a:lnTo>
                    <a:pt x="2837840" y="5906084"/>
                  </a:lnTo>
                  <a:lnTo>
                    <a:pt x="2838678" y="5906109"/>
                  </a:lnTo>
                  <a:lnTo>
                    <a:pt x="5668048" y="5906122"/>
                  </a:lnTo>
                  <a:close/>
                </a:path>
                <a:path w="6574790" h="5986780">
                  <a:moveTo>
                    <a:pt x="5671921" y="5899709"/>
                  </a:moveTo>
                  <a:lnTo>
                    <a:pt x="2474874" y="5899759"/>
                  </a:lnTo>
                  <a:lnTo>
                    <a:pt x="2478875" y="5899823"/>
                  </a:lnTo>
                  <a:lnTo>
                    <a:pt x="5671921" y="5899709"/>
                  </a:lnTo>
                  <a:close/>
                </a:path>
                <a:path w="6574790" h="5986780">
                  <a:moveTo>
                    <a:pt x="5675693" y="5955627"/>
                  </a:moveTo>
                  <a:lnTo>
                    <a:pt x="5618302" y="5954623"/>
                  </a:lnTo>
                  <a:lnTo>
                    <a:pt x="5617959" y="5973711"/>
                  </a:lnTo>
                  <a:lnTo>
                    <a:pt x="5675363" y="5974715"/>
                  </a:lnTo>
                  <a:lnTo>
                    <a:pt x="5675693" y="5955627"/>
                  </a:lnTo>
                  <a:close/>
                </a:path>
                <a:path w="6574790" h="5986780">
                  <a:moveTo>
                    <a:pt x="5720232" y="114363"/>
                  </a:moveTo>
                  <a:lnTo>
                    <a:pt x="5662841" y="113360"/>
                  </a:lnTo>
                  <a:lnTo>
                    <a:pt x="5662841" y="113614"/>
                  </a:lnTo>
                  <a:lnTo>
                    <a:pt x="5720232" y="114617"/>
                  </a:lnTo>
                  <a:lnTo>
                    <a:pt x="5720232" y="114363"/>
                  </a:lnTo>
                  <a:close/>
                </a:path>
                <a:path w="6574790" h="5986780">
                  <a:moveTo>
                    <a:pt x="5720537" y="96710"/>
                  </a:moveTo>
                  <a:lnTo>
                    <a:pt x="5663158" y="95453"/>
                  </a:lnTo>
                  <a:lnTo>
                    <a:pt x="5663146" y="95961"/>
                  </a:lnTo>
                  <a:lnTo>
                    <a:pt x="5720537" y="96964"/>
                  </a:lnTo>
                  <a:lnTo>
                    <a:pt x="5720537" y="96710"/>
                  </a:lnTo>
                  <a:close/>
                </a:path>
                <a:path w="6574790" h="5986780">
                  <a:moveTo>
                    <a:pt x="5777623" y="115608"/>
                  </a:moveTo>
                  <a:lnTo>
                    <a:pt x="5720232" y="114617"/>
                  </a:lnTo>
                  <a:lnTo>
                    <a:pt x="5720232" y="114744"/>
                  </a:lnTo>
                  <a:lnTo>
                    <a:pt x="5777623" y="115735"/>
                  </a:lnTo>
                  <a:lnTo>
                    <a:pt x="5777623" y="115608"/>
                  </a:lnTo>
                  <a:close/>
                </a:path>
                <a:path w="6574790" h="5986780">
                  <a:moveTo>
                    <a:pt x="5777928" y="97967"/>
                  </a:moveTo>
                  <a:lnTo>
                    <a:pt x="5720537" y="96964"/>
                  </a:lnTo>
                  <a:lnTo>
                    <a:pt x="5720232" y="114363"/>
                  </a:lnTo>
                  <a:lnTo>
                    <a:pt x="5777636" y="115354"/>
                  </a:lnTo>
                  <a:lnTo>
                    <a:pt x="5777928" y="97967"/>
                  </a:lnTo>
                  <a:close/>
                </a:path>
                <a:path w="6574790" h="5986780">
                  <a:moveTo>
                    <a:pt x="5835002" y="116357"/>
                  </a:moveTo>
                  <a:lnTo>
                    <a:pt x="5777636" y="115354"/>
                  </a:lnTo>
                  <a:lnTo>
                    <a:pt x="5777623" y="115608"/>
                  </a:lnTo>
                  <a:lnTo>
                    <a:pt x="5835002" y="116611"/>
                  </a:lnTo>
                  <a:lnTo>
                    <a:pt x="5835002" y="116357"/>
                  </a:lnTo>
                  <a:close/>
                </a:path>
                <a:path w="6574790" h="5986780">
                  <a:moveTo>
                    <a:pt x="5835320" y="98082"/>
                  </a:moveTo>
                  <a:lnTo>
                    <a:pt x="5785104" y="98082"/>
                  </a:lnTo>
                  <a:lnTo>
                    <a:pt x="5835307" y="98958"/>
                  </a:lnTo>
                  <a:lnTo>
                    <a:pt x="5835320" y="98082"/>
                  </a:lnTo>
                  <a:close/>
                </a:path>
                <a:path w="6574790" h="5986780">
                  <a:moveTo>
                    <a:pt x="5892393" y="117614"/>
                  </a:moveTo>
                  <a:lnTo>
                    <a:pt x="5863704" y="117119"/>
                  </a:lnTo>
                  <a:lnTo>
                    <a:pt x="5835002" y="116611"/>
                  </a:lnTo>
                  <a:lnTo>
                    <a:pt x="5835002" y="116738"/>
                  </a:lnTo>
                  <a:lnTo>
                    <a:pt x="5856516" y="117119"/>
                  </a:lnTo>
                  <a:lnTo>
                    <a:pt x="5892393" y="117741"/>
                  </a:lnTo>
                  <a:lnTo>
                    <a:pt x="5892393" y="117614"/>
                  </a:lnTo>
                  <a:close/>
                </a:path>
                <a:path w="6574790" h="5986780">
                  <a:moveTo>
                    <a:pt x="5892698" y="99961"/>
                  </a:moveTo>
                  <a:lnTo>
                    <a:pt x="5835307" y="98958"/>
                  </a:lnTo>
                  <a:lnTo>
                    <a:pt x="5835002" y="116357"/>
                  </a:lnTo>
                  <a:lnTo>
                    <a:pt x="5878055" y="117106"/>
                  </a:lnTo>
                  <a:lnTo>
                    <a:pt x="5892393" y="117360"/>
                  </a:lnTo>
                  <a:lnTo>
                    <a:pt x="5892406" y="117106"/>
                  </a:lnTo>
                  <a:lnTo>
                    <a:pt x="5892698" y="99961"/>
                  </a:lnTo>
                  <a:close/>
                </a:path>
                <a:path w="6574790" h="5986780">
                  <a:moveTo>
                    <a:pt x="5905246" y="5959627"/>
                  </a:moveTo>
                  <a:lnTo>
                    <a:pt x="5847854" y="5958624"/>
                  </a:lnTo>
                  <a:lnTo>
                    <a:pt x="5847524" y="5977725"/>
                  </a:lnTo>
                  <a:lnTo>
                    <a:pt x="5904916" y="5978715"/>
                  </a:lnTo>
                  <a:lnTo>
                    <a:pt x="5905246" y="5959627"/>
                  </a:lnTo>
                  <a:close/>
                </a:path>
                <a:path w="6574790" h="5986780">
                  <a:moveTo>
                    <a:pt x="5949797" y="118364"/>
                  </a:moveTo>
                  <a:lnTo>
                    <a:pt x="5892393" y="117360"/>
                  </a:lnTo>
                  <a:lnTo>
                    <a:pt x="5892393" y="117614"/>
                  </a:lnTo>
                  <a:lnTo>
                    <a:pt x="5949785" y="118618"/>
                  </a:lnTo>
                  <a:lnTo>
                    <a:pt x="5949797" y="118364"/>
                  </a:lnTo>
                  <a:close/>
                </a:path>
                <a:path w="6574790" h="5986780">
                  <a:moveTo>
                    <a:pt x="6007189" y="119621"/>
                  </a:moveTo>
                  <a:lnTo>
                    <a:pt x="5949785" y="118618"/>
                  </a:lnTo>
                  <a:lnTo>
                    <a:pt x="5949785" y="118745"/>
                  </a:lnTo>
                  <a:lnTo>
                    <a:pt x="6000013" y="119621"/>
                  </a:lnTo>
                  <a:lnTo>
                    <a:pt x="6007189" y="119748"/>
                  </a:lnTo>
                  <a:lnTo>
                    <a:pt x="6007189" y="119621"/>
                  </a:lnTo>
                  <a:close/>
                </a:path>
                <a:path w="6574790" h="5986780">
                  <a:moveTo>
                    <a:pt x="6007493" y="101968"/>
                  </a:moveTo>
                  <a:lnTo>
                    <a:pt x="5950102" y="100965"/>
                  </a:lnTo>
                  <a:lnTo>
                    <a:pt x="5949797" y="118364"/>
                  </a:lnTo>
                  <a:lnTo>
                    <a:pt x="6007189" y="119367"/>
                  </a:lnTo>
                  <a:lnTo>
                    <a:pt x="6007493" y="101968"/>
                  </a:lnTo>
                  <a:close/>
                </a:path>
                <a:path w="6574790" h="5986780">
                  <a:moveTo>
                    <a:pt x="6020016" y="5961634"/>
                  </a:moveTo>
                  <a:lnTo>
                    <a:pt x="5967704" y="5960732"/>
                  </a:lnTo>
                  <a:lnTo>
                    <a:pt x="5967374" y="5960719"/>
                  </a:lnTo>
                  <a:lnTo>
                    <a:pt x="5966980" y="5960719"/>
                  </a:lnTo>
                  <a:lnTo>
                    <a:pt x="5966688" y="5960707"/>
                  </a:lnTo>
                  <a:lnTo>
                    <a:pt x="5962624" y="5960630"/>
                  </a:lnTo>
                  <a:lnTo>
                    <a:pt x="5962294" y="5979719"/>
                  </a:lnTo>
                  <a:lnTo>
                    <a:pt x="6019685" y="5980722"/>
                  </a:lnTo>
                  <a:lnTo>
                    <a:pt x="6020016" y="5961634"/>
                  </a:lnTo>
                  <a:close/>
                </a:path>
                <a:path w="6574790" h="5986780">
                  <a:moveTo>
                    <a:pt x="6064580" y="120370"/>
                  </a:moveTo>
                  <a:lnTo>
                    <a:pt x="6007189" y="119367"/>
                  </a:lnTo>
                  <a:lnTo>
                    <a:pt x="6007189" y="119621"/>
                  </a:lnTo>
                  <a:lnTo>
                    <a:pt x="6064580" y="120624"/>
                  </a:lnTo>
                  <a:lnTo>
                    <a:pt x="6064580" y="120370"/>
                  </a:lnTo>
                  <a:close/>
                </a:path>
                <a:path w="6574790" h="5986780">
                  <a:moveTo>
                    <a:pt x="6106249" y="5908687"/>
                  </a:moveTo>
                  <a:lnTo>
                    <a:pt x="2981947" y="5908611"/>
                  </a:lnTo>
                  <a:lnTo>
                    <a:pt x="2981807" y="5908599"/>
                  </a:lnTo>
                  <a:lnTo>
                    <a:pt x="2978315" y="5908535"/>
                  </a:lnTo>
                  <a:lnTo>
                    <a:pt x="2977972" y="5927636"/>
                  </a:lnTo>
                  <a:lnTo>
                    <a:pt x="3035376" y="5928639"/>
                  </a:lnTo>
                  <a:lnTo>
                    <a:pt x="3035706" y="5909538"/>
                  </a:lnTo>
                  <a:lnTo>
                    <a:pt x="2984843" y="5908662"/>
                  </a:lnTo>
                  <a:lnTo>
                    <a:pt x="6106249" y="5908687"/>
                  </a:lnTo>
                  <a:close/>
                </a:path>
                <a:path w="6574790" h="5986780">
                  <a:moveTo>
                    <a:pt x="6121959" y="121627"/>
                  </a:moveTo>
                  <a:lnTo>
                    <a:pt x="6064580" y="120624"/>
                  </a:lnTo>
                  <a:lnTo>
                    <a:pt x="6064580" y="120751"/>
                  </a:lnTo>
                  <a:lnTo>
                    <a:pt x="6121946" y="121754"/>
                  </a:lnTo>
                  <a:lnTo>
                    <a:pt x="6121959" y="121627"/>
                  </a:lnTo>
                  <a:close/>
                </a:path>
                <a:path w="6574790" h="5986780">
                  <a:moveTo>
                    <a:pt x="6122263" y="103974"/>
                  </a:moveTo>
                  <a:lnTo>
                    <a:pt x="6064885" y="102971"/>
                  </a:lnTo>
                  <a:lnTo>
                    <a:pt x="6064580" y="120370"/>
                  </a:lnTo>
                  <a:lnTo>
                    <a:pt x="6121959" y="121373"/>
                  </a:lnTo>
                  <a:lnTo>
                    <a:pt x="6122263" y="103974"/>
                  </a:lnTo>
                  <a:close/>
                </a:path>
                <a:path w="6574790" h="5986780">
                  <a:moveTo>
                    <a:pt x="6122276" y="103466"/>
                  </a:moveTo>
                  <a:lnTo>
                    <a:pt x="5950102" y="100469"/>
                  </a:lnTo>
                  <a:lnTo>
                    <a:pt x="5892711" y="99326"/>
                  </a:lnTo>
                  <a:lnTo>
                    <a:pt x="5892698" y="99961"/>
                  </a:lnTo>
                  <a:lnTo>
                    <a:pt x="5950102" y="100965"/>
                  </a:lnTo>
                  <a:lnTo>
                    <a:pt x="5950102" y="100596"/>
                  </a:lnTo>
                  <a:lnTo>
                    <a:pt x="5978804" y="101219"/>
                  </a:lnTo>
                  <a:lnTo>
                    <a:pt x="5983224" y="101307"/>
                  </a:lnTo>
                  <a:lnTo>
                    <a:pt x="6007493" y="101854"/>
                  </a:lnTo>
                  <a:lnTo>
                    <a:pt x="6007493" y="101727"/>
                  </a:lnTo>
                  <a:lnTo>
                    <a:pt x="6122263" y="103720"/>
                  </a:lnTo>
                  <a:lnTo>
                    <a:pt x="6122276" y="103466"/>
                  </a:lnTo>
                  <a:close/>
                </a:path>
                <a:path w="6574790" h="5986780">
                  <a:moveTo>
                    <a:pt x="6134811" y="5963640"/>
                  </a:moveTo>
                  <a:lnTo>
                    <a:pt x="6077420" y="5962637"/>
                  </a:lnTo>
                  <a:lnTo>
                    <a:pt x="6077077" y="5981725"/>
                  </a:lnTo>
                  <a:lnTo>
                    <a:pt x="6134481" y="5982728"/>
                  </a:lnTo>
                  <a:lnTo>
                    <a:pt x="6134811" y="5963640"/>
                  </a:lnTo>
                  <a:close/>
                </a:path>
                <a:path w="6574790" h="5986780">
                  <a:moveTo>
                    <a:pt x="6179350" y="122377"/>
                  </a:moveTo>
                  <a:lnTo>
                    <a:pt x="6121959" y="121373"/>
                  </a:lnTo>
                  <a:lnTo>
                    <a:pt x="6121959" y="121627"/>
                  </a:lnTo>
                  <a:lnTo>
                    <a:pt x="6179350" y="122631"/>
                  </a:lnTo>
                  <a:lnTo>
                    <a:pt x="6179350" y="122377"/>
                  </a:lnTo>
                  <a:close/>
                </a:path>
                <a:path w="6574790" h="5986780">
                  <a:moveTo>
                    <a:pt x="6179667" y="104724"/>
                  </a:moveTo>
                  <a:lnTo>
                    <a:pt x="6122263" y="103720"/>
                  </a:lnTo>
                  <a:lnTo>
                    <a:pt x="6122263" y="103974"/>
                  </a:lnTo>
                  <a:lnTo>
                    <a:pt x="6179655" y="104978"/>
                  </a:lnTo>
                  <a:lnTo>
                    <a:pt x="6179667" y="104724"/>
                  </a:lnTo>
                  <a:close/>
                </a:path>
                <a:path w="6574790" h="5986780">
                  <a:moveTo>
                    <a:pt x="6179667" y="104343"/>
                  </a:moveTo>
                  <a:lnTo>
                    <a:pt x="6122276" y="103085"/>
                  </a:lnTo>
                  <a:lnTo>
                    <a:pt x="6122276" y="103466"/>
                  </a:lnTo>
                  <a:lnTo>
                    <a:pt x="6179667" y="104470"/>
                  </a:lnTo>
                  <a:lnTo>
                    <a:pt x="6179667" y="104343"/>
                  </a:lnTo>
                  <a:close/>
                </a:path>
                <a:path w="6574790" h="5986780">
                  <a:moveTo>
                    <a:pt x="6180086" y="5923953"/>
                  </a:moveTo>
                  <a:lnTo>
                    <a:pt x="3856329" y="5923864"/>
                  </a:lnTo>
                  <a:lnTo>
                    <a:pt x="3857320" y="5923889"/>
                  </a:lnTo>
                  <a:lnTo>
                    <a:pt x="6180086" y="5923953"/>
                  </a:lnTo>
                  <a:close/>
                </a:path>
                <a:path w="6574790" h="5986780">
                  <a:moveTo>
                    <a:pt x="6180226" y="5916333"/>
                  </a:moveTo>
                  <a:lnTo>
                    <a:pt x="3419081" y="5916231"/>
                  </a:lnTo>
                  <a:lnTo>
                    <a:pt x="3420757" y="5916269"/>
                  </a:lnTo>
                  <a:lnTo>
                    <a:pt x="6180226" y="5916333"/>
                  </a:lnTo>
                  <a:close/>
                </a:path>
                <a:path w="6574790" h="5986780">
                  <a:moveTo>
                    <a:pt x="6236741" y="123621"/>
                  </a:moveTo>
                  <a:lnTo>
                    <a:pt x="6229566" y="123507"/>
                  </a:lnTo>
                  <a:lnTo>
                    <a:pt x="6179350" y="122631"/>
                  </a:lnTo>
                  <a:lnTo>
                    <a:pt x="6179350" y="122758"/>
                  </a:lnTo>
                  <a:lnTo>
                    <a:pt x="6222390" y="123507"/>
                  </a:lnTo>
                  <a:lnTo>
                    <a:pt x="6236741" y="123748"/>
                  </a:lnTo>
                  <a:lnTo>
                    <a:pt x="6236741" y="123621"/>
                  </a:lnTo>
                  <a:close/>
                </a:path>
                <a:path w="6574790" h="5986780">
                  <a:moveTo>
                    <a:pt x="6237059" y="105981"/>
                  </a:moveTo>
                  <a:lnTo>
                    <a:pt x="6179655" y="104978"/>
                  </a:lnTo>
                  <a:lnTo>
                    <a:pt x="6179350" y="122377"/>
                  </a:lnTo>
                  <a:lnTo>
                    <a:pt x="6236754" y="123367"/>
                  </a:lnTo>
                  <a:lnTo>
                    <a:pt x="6237059" y="105981"/>
                  </a:lnTo>
                  <a:close/>
                </a:path>
                <a:path w="6574790" h="5986780">
                  <a:moveTo>
                    <a:pt x="6249581" y="5965634"/>
                  </a:moveTo>
                  <a:lnTo>
                    <a:pt x="6192202" y="5964644"/>
                  </a:lnTo>
                  <a:lnTo>
                    <a:pt x="6191872" y="5983732"/>
                  </a:lnTo>
                  <a:lnTo>
                    <a:pt x="6249251" y="5984735"/>
                  </a:lnTo>
                  <a:lnTo>
                    <a:pt x="6249581" y="5965634"/>
                  </a:lnTo>
                  <a:close/>
                </a:path>
                <a:path w="6574790" h="5986780">
                  <a:moveTo>
                    <a:pt x="6294450" y="106984"/>
                  </a:moveTo>
                  <a:lnTo>
                    <a:pt x="6237059" y="105727"/>
                  </a:lnTo>
                  <a:lnTo>
                    <a:pt x="6237059" y="105981"/>
                  </a:lnTo>
                  <a:lnTo>
                    <a:pt x="6294450" y="106984"/>
                  </a:lnTo>
                  <a:close/>
                </a:path>
                <a:path w="6574790" h="5986780">
                  <a:moveTo>
                    <a:pt x="6325184" y="5956973"/>
                  </a:moveTo>
                  <a:lnTo>
                    <a:pt x="5750255" y="5956922"/>
                  </a:lnTo>
                  <a:lnTo>
                    <a:pt x="5750776" y="5956947"/>
                  </a:lnTo>
                  <a:lnTo>
                    <a:pt x="5733059" y="5956630"/>
                  </a:lnTo>
                  <a:lnTo>
                    <a:pt x="5732729" y="5975718"/>
                  </a:lnTo>
                  <a:lnTo>
                    <a:pt x="5790133" y="5976721"/>
                  </a:lnTo>
                  <a:lnTo>
                    <a:pt x="5790463" y="5957621"/>
                  </a:lnTo>
                  <a:lnTo>
                    <a:pt x="5751449" y="5956960"/>
                  </a:lnTo>
                  <a:lnTo>
                    <a:pt x="6325184" y="5956973"/>
                  </a:lnTo>
                  <a:close/>
                </a:path>
                <a:path w="6574790" h="5986780">
                  <a:moveTo>
                    <a:pt x="6325832" y="5926493"/>
                  </a:moveTo>
                  <a:lnTo>
                    <a:pt x="4000309" y="5926379"/>
                  </a:lnTo>
                  <a:lnTo>
                    <a:pt x="4002836" y="5926429"/>
                  </a:lnTo>
                  <a:lnTo>
                    <a:pt x="6325832" y="5926493"/>
                  </a:lnTo>
                  <a:close/>
                </a:path>
                <a:path w="6574790" h="5986780">
                  <a:moveTo>
                    <a:pt x="6351816" y="107975"/>
                  </a:moveTo>
                  <a:lnTo>
                    <a:pt x="6294450" y="106984"/>
                  </a:lnTo>
                  <a:lnTo>
                    <a:pt x="6294132" y="124752"/>
                  </a:lnTo>
                  <a:lnTo>
                    <a:pt x="6294704" y="124764"/>
                  </a:lnTo>
                  <a:lnTo>
                    <a:pt x="6351511" y="125755"/>
                  </a:lnTo>
                  <a:lnTo>
                    <a:pt x="6351816" y="107975"/>
                  </a:lnTo>
                  <a:close/>
                </a:path>
                <a:path w="6574790" h="5986780">
                  <a:moveTo>
                    <a:pt x="6351829" y="107467"/>
                  </a:moveTo>
                  <a:lnTo>
                    <a:pt x="6179667" y="104470"/>
                  </a:lnTo>
                  <a:lnTo>
                    <a:pt x="6179667" y="104724"/>
                  </a:lnTo>
                  <a:lnTo>
                    <a:pt x="6237059" y="105727"/>
                  </a:lnTo>
                  <a:lnTo>
                    <a:pt x="6351829" y="107721"/>
                  </a:lnTo>
                  <a:lnTo>
                    <a:pt x="6351829" y="107467"/>
                  </a:lnTo>
                  <a:close/>
                </a:path>
                <a:path w="6574790" h="5986780">
                  <a:moveTo>
                    <a:pt x="6364364" y="5967641"/>
                  </a:moveTo>
                  <a:lnTo>
                    <a:pt x="6306972" y="5966638"/>
                  </a:lnTo>
                  <a:lnTo>
                    <a:pt x="6306642" y="5985738"/>
                  </a:lnTo>
                  <a:lnTo>
                    <a:pt x="6364033" y="5986729"/>
                  </a:lnTo>
                  <a:lnTo>
                    <a:pt x="6364364" y="5967641"/>
                  </a:lnTo>
                  <a:close/>
                </a:path>
                <a:path w="6574790" h="5986780">
                  <a:moveTo>
                    <a:pt x="6398196" y="5962053"/>
                  </a:moveTo>
                  <a:lnTo>
                    <a:pt x="6044400" y="5962053"/>
                  </a:lnTo>
                  <a:lnTo>
                    <a:pt x="6046343" y="5962091"/>
                  </a:lnTo>
                  <a:lnTo>
                    <a:pt x="6398196" y="5962053"/>
                  </a:lnTo>
                  <a:close/>
                </a:path>
                <a:path w="6574790" h="5986780">
                  <a:moveTo>
                    <a:pt x="6398374" y="5951893"/>
                  </a:moveTo>
                  <a:lnTo>
                    <a:pt x="5456021" y="5951791"/>
                  </a:lnTo>
                  <a:lnTo>
                    <a:pt x="5462778" y="5951906"/>
                  </a:lnTo>
                  <a:lnTo>
                    <a:pt x="6398374" y="5951893"/>
                  </a:lnTo>
                  <a:close/>
                </a:path>
                <a:path w="6574790" h="5986780">
                  <a:moveTo>
                    <a:pt x="6398438" y="5948083"/>
                  </a:moveTo>
                  <a:lnTo>
                    <a:pt x="5246217" y="5948121"/>
                  </a:lnTo>
                  <a:lnTo>
                    <a:pt x="5248097" y="5948159"/>
                  </a:lnTo>
                  <a:lnTo>
                    <a:pt x="6398438" y="5948083"/>
                  </a:lnTo>
                  <a:close/>
                </a:path>
                <a:path w="6574790" h="5986780">
                  <a:moveTo>
                    <a:pt x="6398463" y="5946813"/>
                  </a:moveTo>
                  <a:lnTo>
                    <a:pt x="5167147" y="5946762"/>
                  </a:lnTo>
                  <a:lnTo>
                    <a:pt x="5167007" y="5946749"/>
                  </a:lnTo>
                  <a:lnTo>
                    <a:pt x="5159159" y="5946610"/>
                  </a:lnTo>
                  <a:lnTo>
                    <a:pt x="5158829" y="5965698"/>
                  </a:lnTo>
                  <a:lnTo>
                    <a:pt x="5216220" y="5966701"/>
                  </a:lnTo>
                  <a:lnTo>
                    <a:pt x="5216550" y="5947613"/>
                  </a:lnTo>
                  <a:lnTo>
                    <a:pt x="5170055" y="5946813"/>
                  </a:lnTo>
                  <a:lnTo>
                    <a:pt x="6398463" y="5946813"/>
                  </a:lnTo>
                  <a:close/>
                </a:path>
                <a:path w="6574790" h="5986780">
                  <a:moveTo>
                    <a:pt x="6398679" y="5934113"/>
                  </a:moveTo>
                  <a:lnTo>
                    <a:pt x="4437545" y="5934011"/>
                  </a:lnTo>
                  <a:lnTo>
                    <a:pt x="4439399" y="5934049"/>
                  </a:lnTo>
                  <a:lnTo>
                    <a:pt x="6398679" y="5934113"/>
                  </a:lnTo>
                  <a:close/>
                </a:path>
                <a:path w="6574790" h="5986780">
                  <a:moveTo>
                    <a:pt x="6398704" y="5932843"/>
                  </a:moveTo>
                  <a:lnTo>
                    <a:pt x="4358589" y="5932640"/>
                  </a:lnTo>
                  <a:lnTo>
                    <a:pt x="4358271" y="5932627"/>
                  </a:lnTo>
                  <a:lnTo>
                    <a:pt x="4355693" y="5932576"/>
                  </a:lnTo>
                  <a:lnTo>
                    <a:pt x="4355350" y="5951677"/>
                  </a:lnTo>
                  <a:lnTo>
                    <a:pt x="4412754" y="5952680"/>
                  </a:lnTo>
                  <a:lnTo>
                    <a:pt x="4413085" y="5933579"/>
                  </a:lnTo>
                  <a:lnTo>
                    <a:pt x="4367314" y="5932779"/>
                  </a:lnTo>
                  <a:lnTo>
                    <a:pt x="4524375" y="5932779"/>
                  </a:lnTo>
                  <a:lnTo>
                    <a:pt x="6398704" y="5932843"/>
                  </a:lnTo>
                  <a:close/>
                </a:path>
                <a:path w="6574790" h="5986780">
                  <a:moveTo>
                    <a:pt x="6399035" y="5913806"/>
                  </a:moveTo>
                  <a:lnTo>
                    <a:pt x="3267837" y="5913590"/>
                  </a:lnTo>
                  <a:lnTo>
                    <a:pt x="3275114" y="5913717"/>
                  </a:lnTo>
                  <a:lnTo>
                    <a:pt x="3275241" y="5913729"/>
                  </a:lnTo>
                  <a:lnTo>
                    <a:pt x="3278060" y="5913767"/>
                  </a:lnTo>
                  <a:lnTo>
                    <a:pt x="6399035" y="5913806"/>
                  </a:lnTo>
                  <a:close/>
                </a:path>
                <a:path w="6574790" h="5986780">
                  <a:moveTo>
                    <a:pt x="6409220" y="108724"/>
                  </a:moveTo>
                  <a:lnTo>
                    <a:pt x="6351829" y="107721"/>
                  </a:lnTo>
                  <a:lnTo>
                    <a:pt x="6351816" y="107975"/>
                  </a:lnTo>
                  <a:lnTo>
                    <a:pt x="6409220" y="108978"/>
                  </a:lnTo>
                  <a:lnTo>
                    <a:pt x="6409220" y="108724"/>
                  </a:lnTo>
                  <a:close/>
                </a:path>
                <a:path w="6574790" h="5986780">
                  <a:moveTo>
                    <a:pt x="6409233" y="108089"/>
                  </a:moveTo>
                  <a:lnTo>
                    <a:pt x="6351841" y="106959"/>
                  </a:lnTo>
                  <a:lnTo>
                    <a:pt x="6351829" y="107467"/>
                  </a:lnTo>
                  <a:lnTo>
                    <a:pt x="6409220" y="108470"/>
                  </a:lnTo>
                  <a:lnTo>
                    <a:pt x="6409233" y="108089"/>
                  </a:lnTo>
                  <a:close/>
                </a:path>
                <a:path w="6574790" h="5986780">
                  <a:moveTo>
                    <a:pt x="6465849" y="5946140"/>
                  </a:moveTo>
                  <a:lnTo>
                    <a:pt x="6448984" y="5937656"/>
                  </a:lnTo>
                  <a:lnTo>
                    <a:pt x="6438747" y="5952261"/>
                  </a:lnTo>
                  <a:lnTo>
                    <a:pt x="6420345" y="5964225"/>
                  </a:lnTo>
                  <a:lnTo>
                    <a:pt x="6417665" y="5964682"/>
                  </a:lnTo>
                  <a:lnTo>
                    <a:pt x="6417754" y="5964936"/>
                  </a:lnTo>
                  <a:lnTo>
                    <a:pt x="6423850" y="5982449"/>
                  </a:lnTo>
                  <a:lnTo>
                    <a:pt x="6427444" y="5981878"/>
                  </a:lnTo>
                  <a:lnTo>
                    <a:pt x="6451676" y="5966091"/>
                  </a:lnTo>
                  <a:lnTo>
                    <a:pt x="6451955" y="5965964"/>
                  </a:lnTo>
                  <a:lnTo>
                    <a:pt x="6465849" y="5946140"/>
                  </a:lnTo>
                  <a:close/>
                </a:path>
                <a:path w="6574790" h="5986780">
                  <a:moveTo>
                    <a:pt x="6466611" y="109982"/>
                  </a:moveTo>
                  <a:lnTo>
                    <a:pt x="6409220" y="108978"/>
                  </a:lnTo>
                  <a:lnTo>
                    <a:pt x="6408902" y="126758"/>
                  </a:lnTo>
                  <a:lnTo>
                    <a:pt x="6413259" y="126834"/>
                  </a:lnTo>
                  <a:lnTo>
                    <a:pt x="6415545" y="126885"/>
                  </a:lnTo>
                  <a:lnTo>
                    <a:pt x="6437604" y="127254"/>
                  </a:lnTo>
                  <a:lnTo>
                    <a:pt x="6458039" y="127622"/>
                  </a:lnTo>
                  <a:lnTo>
                    <a:pt x="6459423" y="127647"/>
                  </a:lnTo>
                  <a:lnTo>
                    <a:pt x="6466306" y="127762"/>
                  </a:lnTo>
                  <a:lnTo>
                    <a:pt x="6466306" y="127254"/>
                  </a:lnTo>
                  <a:lnTo>
                    <a:pt x="6466306" y="127127"/>
                  </a:lnTo>
                  <a:lnTo>
                    <a:pt x="6466611" y="109982"/>
                  </a:lnTo>
                  <a:close/>
                </a:path>
                <a:path w="6574790" h="5986780">
                  <a:moveTo>
                    <a:pt x="6466624" y="109474"/>
                  </a:moveTo>
                  <a:lnTo>
                    <a:pt x="6409220" y="108470"/>
                  </a:lnTo>
                  <a:lnTo>
                    <a:pt x="6409220" y="108724"/>
                  </a:lnTo>
                  <a:lnTo>
                    <a:pt x="6466611" y="109728"/>
                  </a:lnTo>
                  <a:lnTo>
                    <a:pt x="6466624" y="109474"/>
                  </a:lnTo>
                  <a:close/>
                </a:path>
                <a:path w="6574790" h="5986780">
                  <a:moveTo>
                    <a:pt x="6472822" y="5923597"/>
                  </a:moveTo>
                  <a:lnTo>
                    <a:pt x="6470396" y="5921997"/>
                  </a:lnTo>
                  <a:lnTo>
                    <a:pt x="6456591" y="5912815"/>
                  </a:lnTo>
                  <a:lnTo>
                    <a:pt x="6456223" y="5912523"/>
                  </a:lnTo>
                  <a:lnTo>
                    <a:pt x="6456007" y="5921743"/>
                  </a:lnTo>
                  <a:lnTo>
                    <a:pt x="6456159" y="5912815"/>
                  </a:lnTo>
                  <a:lnTo>
                    <a:pt x="6454127" y="5921705"/>
                  </a:lnTo>
                  <a:lnTo>
                    <a:pt x="6472555" y="5924778"/>
                  </a:lnTo>
                  <a:lnTo>
                    <a:pt x="6472822" y="5923597"/>
                  </a:lnTo>
                  <a:close/>
                </a:path>
                <a:path w="6574790" h="5986780">
                  <a:moveTo>
                    <a:pt x="6476822" y="5823636"/>
                  </a:moveTo>
                  <a:lnTo>
                    <a:pt x="6457709" y="5823636"/>
                  </a:lnTo>
                  <a:lnTo>
                    <a:pt x="6456235" y="5912218"/>
                  </a:lnTo>
                  <a:lnTo>
                    <a:pt x="6456807" y="5887136"/>
                  </a:lnTo>
                  <a:lnTo>
                    <a:pt x="6475717" y="5887136"/>
                  </a:lnTo>
                  <a:lnTo>
                    <a:pt x="6476822" y="5823636"/>
                  </a:lnTo>
                  <a:close/>
                </a:path>
                <a:path w="6574790" h="5986780">
                  <a:moveTo>
                    <a:pt x="6478816" y="5709336"/>
                  </a:moveTo>
                  <a:lnTo>
                    <a:pt x="6459715" y="5709336"/>
                  </a:lnTo>
                  <a:lnTo>
                    <a:pt x="6457810" y="5823305"/>
                  </a:lnTo>
                  <a:lnTo>
                    <a:pt x="6458801" y="5772836"/>
                  </a:lnTo>
                  <a:lnTo>
                    <a:pt x="6477711" y="5772836"/>
                  </a:lnTo>
                  <a:lnTo>
                    <a:pt x="6478816" y="5709336"/>
                  </a:lnTo>
                  <a:close/>
                </a:path>
                <a:path w="6574790" h="5986780">
                  <a:moveTo>
                    <a:pt x="6480810" y="5595036"/>
                  </a:moveTo>
                  <a:lnTo>
                    <a:pt x="6461709" y="5595036"/>
                  </a:lnTo>
                  <a:lnTo>
                    <a:pt x="6459804" y="5709005"/>
                  </a:lnTo>
                  <a:lnTo>
                    <a:pt x="6460795" y="5658536"/>
                  </a:lnTo>
                  <a:lnTo>
                    <a:pt x="6479705" y="5658536"/>
                  </a:lnTo>
                  <a:lnTo>
                    <a:pt x="6480810" y="5595036"/>
                  </a:lnTo>
                  <a:close/>
                </a:path>
                <a:path w="6574790" h="5986780">
                  <a:moveTo>
                    <a:pt x="6482804" y="5480736"/>
                  </a:moveTo>
                  <a:lnTo>
                    <a:pt x="6463703" y="5480736"/>
                  </a:lnTo>
                  <a:lnTo>
                    <a:pt x="6461798" y="5594705"/>
                  </a:lnTo>
                  <a:lnTo>
                    <a:pt x="6462789" y="5544236"/>
                  </a:lnTo>
                  <a:lnTo>
                    <a:pt x="6481699" y="5544236"/>
                  </a:lnTo>
                  <a:lnTo>
                    <a:pt x="6482804" y="5480736"/>
                  </a:lnTo>
                  <a:close/>
                </a:path>
                <a:path w="6574790" h="5986780">
                  <a:moveTo>
                    <a:pt x="6484798" y="5366436"/>
                  </a:moveTo>
                  <a:lnTo>
                    <a:pt x="6465697" y="5366436"/>
                  </a:lnTo>
                  <a:lnTo>
                    <a:pt x="6463792" y="5480405"/>
                  </a:lnTo>
                  <a:lnTo>
                    <a:pt x="6464782" y="5429936"/>
                  </a:lnTo>
                  <a:lnTo>
                    <a:pt x="6483693" y="5429936"/>
                  </a:lnTo>
                  <a:lnTo>
                    <a:pt x="6484798" y="5366436"/>
                  </a:lnTo>
                  <a:close/>
                </a:path>
                <a:path w="6574790" h="5986780">
                  <a:moveTo>
                    <a:pt x="6486792" y="5252136"/>
                  </a:moveTo>
                  <a:lnTo>
                    <a:pt x="6467691" y="5252136"/>
                  </a:lnTo>
                  <a:lnTo>
                    <a:pt x="6465786" y="5366105"/>
                  </a:lnTo>
                  <a:lnTo>
                    <a:pt x="6466776" y="5315636"/>
                  </a:lnTo>
                  <a:lnTo>
                    <a:pt x="6485687" y="5315636"/>
                  </a:lnTo>
                  <a:lnTo>
                    <a:pt x="6486792" y="5252136"/>
                  </a:lnTo>
                  <a:close/>
                </a:path>
                <a:path w="6574790" h="5986780">
                  <a:moveTo>
                    <a:pt x="6488798" y="5137836"/>
                  </a:moveTo>
                  <a:lnTo>
                    <a:pt x="6469697" y="5137836"/>
                  </a:lnTo>
                  <a:lnTo>
                    <a:pt x="6467792" y="5251805"/>
                  </a:lnTo>
                  <a:lnTo>
                    <a:pt x="6468783" y="5201336"/>
                  </a:lnTo>
                  <a:lnTo>
                    <a:pt x="6487681" y="5201336"/>
                  </a:lnTo>
                  <a:lnTo>
                    <a:pt x="6488798" y="5137836"/>
                  </a:lnTo>
                  <a:close/>
                </a:path>
                <a:path w="6574790" h="5986780">
                  <a:moveTo>
                    <a:pt x="6490792" y="5023536"/>
                  </a:moveTo>
                  <a:lnTo>
                    <a:pt x="6471691" y="5023536"/>
                  </a:lnTo>
                  <a:lnTo>
                    <a:pt x="6469786" y="5137505"/>
                  </a:lnTo>
                  <a:lnTo>
                    <a:pt x="6470777" y="5087036"/>
                  </a:lnTo>
                  <a:lnTo>
                    <a:pt x="6489674" y="5087036"/>
                  </a:lnTo>
                  <a:lnTo>
                    <a:pt x="6490792" y="5023536"/>
                  </a:lnTo>
                  <a:close/>
                </a:path>
                <a:path w="6574790" h="5986780">
                  <a:moveTo>
                    <a:pt x="6492786" y="4909236"/>
                  </a:moveTo>
                  <a:lnTo>
                    <a:pt x="6473685" y="4909236"/>
                  </a:lnTo>
                  <a:lnTo>
                    <a:pt x="6471780" y="5023205"/>
                  </a:lnTo>
                  <a:lnTo>
                    <a:pt x="6472771" y="4972736"/>
                  </a:lnTo>
                  <a:lnTo>
                    <a:pt x="6491668" y="4972736"/>
                  </a:lnTo>
                  <a:lnTo>
                    <a:pt x="6492786" y="4909236"/>
                  </a:lnTo>
                  <a:close/>
                </a:path>
                <a:path w="6574790" h="5986780">
                  <a:moveTo>
                    <a:pt x="6493599" y="110451"/>
                  </a:moveTo>
                  <a:lnTo>
                    <a:pt x="6480111" y="109969"/>
                  </a:lnTo>
                  <a:lnTo>
                    <a:pt x="6466611" y="109728"/>
                  </a:lnTo>
                  <a:lnTo>
                    <a:pt x="6466611" y="109982"/>
                  </a:lnTo>
                  <a:lnTo>
                    <a:pt x="6493599" y="110451"/>
                  </a:lnTo>
                  <a:close/>
                </a:path>
                <a:path w="6574790" h="5986780">
                  <a:moveTo>
                    <a:pt x="6494780" y="4794936"/>
                  </a:moveTo>
                  <a:lnTo>
                    <a:pt x="6475679" y="4794936"/>
                  </a:lnTo>
                  <a:lnTo>
                    <a:pt x="6473774" y="4908905"/>
                  </a:lnTo>
                  <a:lnTo>
                    <a:pt x="6474765" y="4858436"/>
                  </a:lnTo>
                  <a:lnTo>
                    <a:pt x="6493675" y="4858436"/>
                  </a:lnTo>
                  <a:lnTo>
                    <a:pt x="6494780" y="4794936"/>
                  </a:lnTo>
                  <a:close/>
                </a:path>
                <a:path w="6574790" h="5986780">
                  <a:moveTo>
                    <a:pt x="6496774" y="4680636"/>
                  </a:moveTo>
                  <a:lnTo>
                    <a:pt x="6477673" y="4680636"/>
                  </a:lnTo>
                  <a:lnTo>
                    <a:pt x="6475768" y="4794605"/>
                  </a:lnTo>
                  <a:lnTo>
                    <a:pt x="6476759" y="4744136"/>
                  </a:lnTo>
                  <a:lnTo>
                    <a:pt x="6495669" y="4744136"/>
                  </a:lnTo>
                  <a:lnTo>
                    <a:pt x="6496774" y="4680636"/>
                  </a:lnTo>
                  <a:close/>
                </a:path>
                <a:path w="6574790" h="5986780">
                  <a:moveTo>
                    <a:pt x="6498768" y="4566336"/>
                  </a:moveTo>
                  <a:lnTo>
                    <a:pt x="6479667" y="4566336"/>
                  </a:lnTo>
                  <a:lnTo>
                    <a:pt x="6477762" y="4680305"/>
                  </a:lnTo>
                  <a:lnTo>
                    <a:pt x="6478752" y="4629836"/>
                  </a:lnTo>
                  <a:lnTo>
                    <a:pt x="6497663" y="4629836"/>
                  </a:lnTo>
                  <a:lnTo>
                    <a:pt x="6498768" y="4566336"/>
                  </a:lnTo>
                  <a:close/>
                </a:path>
                <a:path w="6574790" h="5986780">
                  <a:moveTo>
                    <a:pt x="6500762" y="4452036"/>
                  </a:moveTo>
                  <a:lnTo>
                    <a:pt x="6481673" y="4452036"/>
                  </a:lnTo>
                  <a:lnTo>
                    <a:pt x="6479756" y="4566005"/>
                  </a:lnTo>
                  <a:lnTo>
                    <a:pt x="6480746" y="4515536"/>
                  </a:lnTo>
                  <a:lnTo>
                    <a:pt x="6499657" y="4515536"/>
                  </a:lnTo>
                  <a:lnTo>
                    <a:pt x="6500762" y="4452036"/>
                  </a:lnTo>
                  <a:close/>
                </a:path>
                <a:path w="6574790" h="5986780">
                  <a:moveTo>
                    <a:pt x="6502755" y="4337736"/>
                  </a:moveTo>
                  <a:lnTo>
                    <a:pt x="6483667" y="4337736"/>
                  </a:lnTo>
                  <a:lnTo>
                    <a:pt x="6481750" y="4451705"/>
                  </a:lnTo>
                  <a:lnTo>
                    <a:pt x="6482740" y="4401236"/>
                  </a:lnTo>
                  <a:lnTo>
                    <a:pt x="6501651" y="4401236"/>
                  </a:lnTo>
                  <a:lnTo>
                    <a:pt x="6502755" y="4337736"/>
                  </a:lnTo>
                  <a:close/>
                </a:path>
                <a:path w="6574790" h="5986780">
                  <a:moveTo>
                    <a:pt x="6504749" y="4223436"/>
                  </a:moveTo>
                  <a:lnTo>
                    <a:pt x="6485661" y="4223436"/>
                  </a:lnTo>
                  <a:lnTo>
                    <a:pt x="6483744" y="4337405"/>
                  </a:lnTo>
                  <a:lnTo>
                    <a:pt x="6484734" y="4286936"/>
                  </a:lnTo>
                  <a:lnTo>
                    <a:pt x="6503644" y="4286936"/>
                  </a:lnTo>
                  <a:lnTo>
                    <a:pt x="6504749" y="4223436"/>
                  </a:lnTo>
                  <a:close/>
                </a:path>
                <a:path w="6574790" h="5986780">
                  <a:moveTo>
                    <a:pt x="6506743" y="4109135"/>
                  </a:moveTo>
                  <a:lnTo>
                    <a:pt x="6487655" y="4109135"/>
                  </a:lnTo>
                  <a:lnTo>
                    <a:pt x="6485750" y="4223105"/>
                  </a:lnTo>
                  <a:lnTo>
                    <a:pt x="6486741" y="4172635"/>
                  </a:lnTo>
                  <a:lnTo>
                    <a:pt x="6505638" y="4172635"/>
                  </a:lnTo>
                  <a:lnTo>
                    <a:pt x="6506743" y="4109135"/>
                  </a:lnTo>
                  <a:close/>
                </a:path>
                <a:path w="6574790" h="5986780">
                  <a:moveTo>
                    <a:pt x="6508737" y="3994835"/>
                  </a:moveTo>
                  <a:lnTo>
                    <a:pt x="6489649" y="3994835"/>
                  </a:lnTo>
                  <a:lnTo>
                    <a:pt x="6487744" y="4108805"/>
                  </a:lnTo>
                  <a:lnTo>
                    <a:pt x="6488735" y="4058335"/>
                  </a:lnTo>
                  <a:lnTo>
                    <a:pt x="6507632" y="4058335"/>
                  </a:lnTo>
                  <a:lnTo>
                    <a:pt x="6508737" y="3994835"/>
                  </a:lnTo>
                  <a:close/>
                </a:path>
                <a:path w="6574790" h="5986780">
                  <a:moveTo>
                    <a:pt x="6510744" y="3880535"/>
                  </a:moveTo>
                  <a:lnTo>
                    <a:pt x="6491643" y="3880535"/>
                  </a:lnTo>
                  <a:lnTo>
                    <a:pt x="6489738" y="3994505"/>
                  </a:lnTo>
                  <a:lnTo>
                    <a:pt x="6490729" y="3944035"/>
                  </a:lnTo>
                  <a:lnTo>
                    <a:pt x="6509626" y="3944035"/>
                  </a:lnTo>
                  <a:lnTo>
                    <a:pt x="6510744" y="3880535"/>
                  </a:lnTo>
                  <a:close/>
                </a:path>
                <a:path w="6574790" h="5986780">
                  <a:moveTo>
                    <a:pt x="6512738" y="3766235"/>
                  </a:moveTo>
                  <a:lnTo>
                    <a:pt x="6493650" y="3766235"/>
                  </a:lnTo>
                  <a:lnTo>
                    <a:pt x="6491732" y="3880205"/>
                  </a:lnTo>
                  <a:lnTo>
                    <a:pt x="6492722" y="3829735"/>
                  </a:lnTo>
                  <a:lnTo>
                    <a:pt x="6511620" y="3829735"/>
                  </a:lnTo>
                  <a:lnTo>
                    <a:pt x="6512738" y="3766235"/>
                  </a:lnTo>
                  <a:close/>
                </a:path>
                <a:path w="6574790" h="5986780">
                  <a:moveTo>
                    <a:pt x="6514732" y="3651935"/>
                  </a:moveTo>
                  <a:lnTo>
                    <a:pt x="6495643" y="3651935"/>
                  </a:lnTo>
                  <a:lnTo>
                    <a:pt x="6493726" y="3765905"/>
                  </a:lnTo>
                  <a:lnTo>
                    <a:pt x="6494716" y="3715435"/>
                  </a:lnTo>
                  <a:lnTo>
                    <a:pt x="6513614" y="3715435"/>
                  </a:lnTo>
                  <a:lnTo>
                    <a:pt x="6514732" y="3651935"/>
                  </a:lnTo>
                  <a:close/>
                </a:path>
                <a:path w="6574790" h="5986780">
                  <a:moveTo>
                    <a:pt x="6516725" y="3537635"/>
                  </a:moveTo>
                  <a:lnTo>
                    <a:pt x="6497637" y="3537635"/>
                  </a:lnTo>
                  <a:lnTo>
                    <a:pt x="6495720" y="3651605"/>
                  </a:lnTo>
                  <a:lnTo>
                    <a:pt x="6496710" y="3601135"/>
                  </a:lnTo>
                  <a:lnTo>
                    <a:pt x="6515621" y="3601135"/>
                  </a:lnTo>
                  <a:lnTo>
                    <a:pt x="6516725" y="3537635"/>
                  </a:lnTo>
                  <a:close/>
                </a:path>
                <a:path w="6574790" h="5986780">
                  <a:moveTo>
                    <a:pt x="6518719" y="3423335"/>
                  </a:moveTo>
                  <a:lnTo>
                    <a:pt x="6499631" y="3423335"/>
                  </a:lnTo>
                  <a:lnTo>
                    <a:pt x="6497714" y="3537305"/>
                  </a:lnTo>
                  <a:lnTo>
                    <a:pt x="6498704" y="3486835"/>
                  </a:lnTo>
                  <a:lnTo>
                    <a:pt x="6517614" y="3486835"/>
                  </a:lnTo>
                  <a:lnTo>
                    <a:pt x="6518719" y="3423335"/>
                  </a:lnTo>
                  <a:close/>
                </a:path>
                <a:path w="6574790" h="5986780">
                  <a:moveTo>
                    <a:pt x="6520713" y="3309035"/>
                  </a:moveTo>
                  <a:lnTo>
                    <a:pt x="6501625" y="3309035"/>
                  </a:lnTo>
                  <a:lnTo>
                    <a:pt x="6499707" y="3423005"/>
                  </a:lnTo>
                  <a:lnTo>
                    <a:pt x="6500698" y="3372535"/>
                  </a:lnTo>
                  <a:lnTo>
                    <a:pt x="6519608" y="3372535"/>
                  </a:lnTo>
                  <a:lnTo>
                    <a:pt x="6520713" y="3309035"/>
                  </a:lnTo>
                  <a:close/>
                </a:path>
                <a:path w="6574790" h="5986780">
                  <a:moveTo>
                    <a:pt x="6522707" y="3194735"/>
                  </a:moveTo>
                  <a:lnTo>
                    <a:pt x="6503632" y="3194735"/>
                  </a:lnTo>
                  <a:lnTo>
                    <a:pt x="6501701" y="3308705"/>
                  </a:lnTo>
                  <a:lnTo>
                    <a:pt x="6502705" y="3258235"/>
                  </a:lnTo>
                  <a:lnTo>
                    <a:pt x="6521602" y="3258235"/>
                  </a:lnTo>
                  <a:lnTo>
                    <a:pt x="6522707" y="3194735"/>
                  </a:lnTo>
                  <a:close/>
                </a:path>
                <a:path w="6574790" h="5986780">
                  <a:moveTo>
                    <a:pt x="6524701" y="3080435"/>
                  </a:moveTo>
                  <a:lnTo>
                    <a:pt x="6505626" y="3080435"/>
                  </a:lnTo>
                  <a:lnTo>
                    <a:pt x="6503708" y="3194405"/>
                  </a:lnTo>
                  <a:lnTo>
                    <a:pt x="6504699" y="3143935"/>
                  </a:lnTo>
                  <a:lnTo>
                    <a:pt x="6523596" y="3143935"/>
                  </a:lnTo>
                  <a:lnTo>
                    <a:pt x="6524701" y="3080435"/>
                  </a:lnTo>
                  <a:close/>
                </a:path>
                <a:path w="6574790" h="5986780">
                  <a:moveTo>
                    <a:pt x="6526695" y="2966135"/>
                  </a:moveTo>
                  <a:lnTo>
                    <a:pt x="6507620" y="2966135"/>
                  </a:lnTo>
                  <a:lnTo>
                    <a:pt x="6505702" y="3080105"/>
                  </a:lnTo>
                  <a:lnTo>
                    <a:pt x="6506692" y="3029635"/>
                  </a:lnTo>
                  <a:lnTo>
                    <a:pt x="6525590" y="3029635"/>
                  </a:lnTo>
                  <a:lnTo>
                    <a:pt x="6526695" y="2966135"/>
                  </a:lnTo>
                  <a:close/>
                </a:path>
                <a:path w="6574790" h="5986780">
                  <a:moveTo>
                    <a:pt x="6528689" y="2851835"/>
                  </a:moveTo>
                  <a:lnTo>
                    <a:pt x="6509613" y="2851835"/>
                  </a:lnTo>
                  <a:lnTo>
                    <a:pt x="6507696" y="2965805"/>
                  </a:lnTo>
                  <a:lnTo>
                    <a:pt x="6508686" y="2915335"/>
                  </a:lnTo>
                  <a:lnTo>
                    <a:pt x="6527584" y="2915335"/>
                  </a:lnTo>
                  <a:lnTo>
                    <a:pt x="6528689" y="2851835"/>
                  </a:lnTo>
                  <a:close/>
                </a:path>
                <a:path w="6574790" h="5986780">
                  <a:moveTo>
                    <a:pt x="6530683" y="2737535"/>
                  </a:moveTo>
                  <a:lnTo>
                    <a:pt x="6511607" y="2737535"/>
                  </a:lnTo>
                  <a:lnTo>
                    <a:pt x="6509690" y="2851493"/>
                  </a:lnTo>
                  <a:lnTo>
                    <a:pt x="6510680" y="2801035"/>
                  </a:lnTo>
                  <a:lnTo>
                    <a:pt x="6529578" y="2801035"/>
                  </a:lnTo>
                  <a:lnTo>
                    <a:pt x="6530683" y="2737535"/>
                  </a:lnTo>
                  <a:close/>
                </a:path>
                <a:path w="6574790" h="5986780">
                  <a:moveTo>
                    <a:pt x="6532689" y="2623235"/>
                  </a:moveTo>
                  <a:lnTo>
                    <a:pt x="6513601" y="2623235"/>
                  </a:lnTo>
                  <a:lnTo>
                    <a:pt x="6511684" y="2737193"/>
                  </a:lnTo>
                  <a:lnTo>
                    <a:pt x="6512674" y="2686735"/>
                  </a:lnTo>
                  <a:lnTo>
                    <a:pt x="6531572" y="2686735"/>
                  </a:lnTo>
                  <a:lnTo>
                    <a:pt x="6532689" y="2623235"/>
                  </a:lnTo>
                  <a:close/>
                </a:path>
                <a:path w="6574790" h="5986780">
                  <a:moveTo>
                    <a:pt x="6534683" y="2508935"/>
                  </a:moveTo>
                  <a:lnTo>
                    <a:pt x="6515608" y="2508935"/>
                  </a:lnTo>
                  <a:lnTo>
                    <a:pt x="6513677" y="2622893"/>
                  </a:lnTo>
                  <a:lnTo>
                    <a:pt x="6514668" y="2572435"/>
                  </a:lnTo>
                  <a:lnTo>
                    <a:pt x="6533566" y="2572435"/>
                  </a:lnTo>
                  <a:lnTo>
                    <a:pt x="6534683" y="2508935"/>
                  </a:lnTo>
                  <a:close/>
                </a:path>
                <a:path w="6574790" h="5986780">
                  <a:moveTo>
                    <a:pt x="6536677" y="2394635"/>
                  </a:moveTo>
                  <a:lnTo>
                    <a:pt x="6517602" y="2394635"/>
                  </a:lnTo>
                  <a:lnTo>
                    <a:pt x="6515671" y="2508593"/>
                  </a:lnTo>
                  <a:lnTo>
                    <a:pt x="6516662" y="2458135"/>
                  </a:lnTo>
                  <a:lnTo>
                    <a:pt x="6535560" y="2458135"/>
                  </a:lnTo>
                  <a:lnTo>
                    <a:pt x="6536677" y="2394635"/>
                  </a:lnTo>
                  <a:close/>
                </a:path>
                <a:path w="6574790" h="5986780">
                  <a:moveTo>
                    <a:pt x="6538671" y="2280335"/>
                  </a:moveTo>
                  <a:lnTo>
                    <a:pt x="6519596" y="2280335"/>
                  </a:lnTo>
                  <a:lnTo>
                    <a:pt x="6517665" y="2394293"/>
                  </a:lnTo>
                  <a:lnTo>
                    <a:pt x="6518656" y="2343835"/>
                  </a:lnTo>
                  <a:lnTo>
                    <a:pt x="6537566" y="2343835"/>
                  </a:lnTo>
                  <a:lnTo>
                    <a:pt x="6538671" y="2280335"/>
                  </a:lnTo>
                  <a:close/>
                </a:path>
                <a:path w="6574790" h="5986780">
                  <a:moveTo>
                    <a:pt x="6540665" y="2166035"/>
                  </a:moveTo>
                  <a:lnTo>
                    <a:pt x="6521590" y="2166035"/>
                  </a:lnTo>
                  <a:lnTo>
                    <a:pt x="6519672" y="2279993"/>
                  </a:lnTo>
                  <a:lnTo>
                    <a:pt x="6520662" y="2229535"/>
                  </a:lnTo>
                  <a:lnTo>
                    <a:pt x="6539560" y="2229535"/>
                  </a:lnTo>
                  <a:lnTo>
                    <a:pt x="6540665" y="2166035"/>
                  </a:lnTo>
                  <a:close/>
                </a:path>
                <a:path w="6574790" h="5986780">
                  <a:moveTo>
                    <a:pt x="6542659" y="2051735"/>
                  </a:moveTo>
                  <a:lnTo>
                    <a:pt x="6523583" y="2051735"/>
                  </a:lnTo>
                  <a:lnTo>
                    <a:pt x="6521666" y="2165693"/>
                  </a:lnTo>
                  <a:lnTo>
                    <a:pt x="6522656" y="2115235"/>
                  </a:lnTo>
                  <a:lnTo>
                    <a:pt x="6541554" y="2115235"/>
                  </a:lnTo>
                  <a:lnTo>
                    <a:pt x="6542659" y="2051735"/>
                  </a:lnTo>
                  <a:close/>
                </a:path>
                <a:path w="6574790" h="5986780">
                  <a:moveTo>
                    <a:pt x="6544653" y="1937435"/>
                  </a:moveTo>
                  <a:lnTo>
                    <a:pt x="6525590" y="1937435"/>
                  </a:lnTo>
                  <a:lnTo>
                    <a:pt x="6523660" y="2051392"/>
                  </a:lnTo>
                  <a:lnTo>
                    <a:pt x="6524650" y="2000935"/>
                  </a:lnTo>
                  <a:lnTo>
                    <a:pt x="6543548" y="2000935"/>
                  </a:lnTo>
                  <a:lnTo>
                    <a:pt x="6544653" y="1937435"/>
                  </a:lnTo>
                  <a:close/>
                </a:path>
                <a:path w="6574790" h="5986780">
                  <a:moveTo>
                    <a:pt x="6546647" y="1823135"/>
                  </a:moveTo>
                  <a:lnTo>
                    <a:pt x="6527584" y="1823135"/>
                  </a:lnTo>
                  <a:lnTo>
                    <a:pt x="6525654" y="1937092"/>
                  </a:lnTo>
                  <a:lnTo>
                    <a:pt x="6526644" y="1886635"/>
                  </a:lnTo>
                  <a:lnTo>
                    <a:pt x="6545542" y="1886635"/>
                  </a:lnTo>
                  <a:lnTo>
                    <a:pt x="6546647" y="1823135"/>
                  </a:lnTo>
                  <a:close/>
                </a:path>
                <a:path w="6574790" h="5986780">
                  <a:moveTo>
                    <a:pt x="6548641" y="1708835"/>
                  </a:moveTo>
                  <a:lnTo>
                    <a:pt x="6529578" y="1708835"/>
                  </a:lnTo>
                  <a:lnTo>
                    <a:pt x="6527647" y="1822805"/>
                  </a:lnTo>
                  <a:lnTo>
                    <a:pt x="6528638" y="1772335"/>
                  </a:lnTo>
                  <a:lnTo>
                    <a:pt x="6547536" y="1772335"/>
                  </a:lnTo>
                  <a:lnTo>
                    <a:pt x="6548641" y="1708835"/>
                  </a:lnTo>
                  <a:close/>
                </a:path>
                <a:path w="6574790" h="5986780">
                  <a:moveTo>
                    <a:pt x="6550634" y="1594535"/>
                  </a:moveTo>
                  <a:lnTo>
                    <a:pt x="6531572" y="1594535"/>
                  </a:lnTo>
                  <a:lnTo>
                    <a:pt x="6529641" y="1708505"/>
                  </a:lnTo>
                  <a:lnTo>
                    <a:pt x="6530632" y="1658035"/>
                  </a:lnTo>
                  <a:lnTo>
                    <a:pt x="6549530" y="1658035"/>
                  </a:lnTo>
                  <a:lnTo>
                    <a:pt x="6550634" y="1594535"/>
                  </a:lnTo>
                  <a:close/>
                </a:path>
                <a:path w="6574790" h="5986780">
                  <a:moveTo>
                    <a:pt x="6552628" y="1480235"/>
                  </a:moveTo>
                  <a:lnTo>
                    <a:pt x="6533566" y="1480235"/>
                  </a:lnTo>
                  <a:lnTo>
                    <a:pt x="6531635" y="1594205"/>
                  </a:lnTo>
                  <a:lnTo>
                    <a:pt x="6532626" y="1543735"/>
                  </a:lnTo>
                  <a:lnTo>
                    <a:pt x="6551523" y="1543735"/>
                  </a:lnTo>
                  <a:lnTo>
                    <a:pt x="6552628" y="1480235"/>
                  </a:lnTo>
                  <a:close/>
                </a:path>
                <a:path w="6574790" h="5986780">
                  <a:moveTo>
                    <a:pt x="6554102" y="133362"/>
                  </a:moveTo>
                  <a:lnTo>
                    <a:pt x="6553771" y="132842"/>
                  </a:lnTo>
                  <a:lnTo>
                    <a:pt x="6550050" y="130238"/>
                  </a:lnTo>
                  <a:lnTo>
                    <a:pt x="6548564" y="129197"/>
                  </a:lnTo>
                  <a:lnTo>
                    <a:pt x="6529819" y="116039"/>
                  </a:lnTo>
                  <a:lnTo>
                    <a:pt x="6526771" y="115354"/>
                  </a:lnTo>
                  <a:lnTo>
                    <a:pt x="6521501" y="128727"/>
                  </a:lnTo>
                  <a:lnTo>
                    <a:pt x="6521145" y="129628"/>
                  </a:lnTo>
                  <a:lnTo>
                    <a:pt x="6294704" y="124764"/>
                  </a:lnTo>
                  <a:lnTo>
                    <a:pt x="6521107" y="129730"/>
                  </a:lnTo>
                  <a:lnTo>
                    <a:pt x="6519913" y="132765"/>
                  </a:lnTo>
                  <a:lnTo>
                    <a:pt x="6519265" y="132753"/>
                  </a:lnTo>
                  <a:lnTo>
                    <a:pt x="6522123" y="133438"/>
                  </a:lnTo>
                  <a:lnTo>
                    <a:pt x="6540081" y="146075"/>
                  </a:lnTo>
                  <a:lnTo>
                    <a:pt x="6540335" y="146456"/>
                  </a:lnTo>
                  <a:lnTo>
                    <a:pt x="6554102" y="133362"/>
                  </a:lnTo>
                  <a:close/>
                </a:path>
                <a:path w="6574790" h="5986780">
                  <a:moveTo>
                    <a:pt x="6554635" y="1365935"/>
                  </a:moveTo>
                  <a:lnTo>
                    <a:pt x="6535560" y="1365935"/>
                  </a:lnTo>
                  <a:lnTo>
                    <a:pt x="6533629" y="1479905"/>
                  </a:lnTo>
                  <a:lnTo>
                    <a:pt x="6534620" y="1429435"/>
                  </a:lnTo>
                  <a:lnTo>
                    <a:pt x="6553517" y="1429435"/>
                  </a:lnTo>
                  <a:lnTo>
                    <a:pt x="6554635" y="1365935"/>
                  </a:lnTo>
                  <a:close/>
                </a:path>
                <a:path w="6574790" h="5986780">
                  <a:moveTo>
                    <a:pt x="6556159" y="197535"/>
                  </a:moveTo>
                  <a:lnTo>
                    <a:pt x="6555968" y="197523"/>
                  </a:lnTo>
                  <a:lnTo>
                    <a:pt x="6555587" y="222605"/>
                  </a:lnTo>
                  <a:lnTo>
                    <a:pt x="6556159" y="197535"/>
                  </a:lnTo>
                  <a:close/>
                </a:path>
                <a:path w="6574790" h="5986780">
                  <a:moveTo>
                    <a:pt x="6556629" y="1251635"/>
                  </a:moveTo>
                  <a:lnTo>
                    <a:pt x="6537566" y="1251635"/>
                  </a:lnTo>
                  <a:lnTo>
                    <a:pt x="6535623" y="1365605"/>
                  </a:lnTo>
                  <a:lnTo>
                    <a:pt x="6536614" y="1315135"/>
                  </a:lnTo>
                  <a:lnTo>
                    <a:pt x="6555511" y="1315135"/>
                  </a:lnTo>
                  <a:lnTo>
                    <a:pt x="6556629" y="1251635"/>
                  </a:lnTo>
                  <a:close/>
                </a:path>
                <a:path w="6574790" h="5986780">
                  <a:moveTo>
                    <a:pt x="6558623" y="1137335"/>
                  </a:moveTo>
                  <a:lnTo>
                    <a:pt x="6539560" y="1137335"/>
                  </a:lnTo>
                  <a:lnTo>
                    <a:pt x="6537630" y="1251305"/>
                  </a:lnTo>
                  <a:lnTo>
                    <a:pt x="6538620" y="1200835"/>
                  </a:lnTo>
                  <a:lnTo>
                    <a:pt x="6557505" y="1200835"/>
                  </a:lnTo>
                  <a:lnTo>
                    <a:pt x="6558623" y="1137335"/>
                  </a:lnTo>
                  <a:close/>
                </a:path>
                <a:path w="6574790" h="5986780">
                  <a:moveTo>
                    <a:pt x="6560617" y="1023035"/>
                  </a:moveTo>
                  <a:lnTo>
                    <a:pt x="6541554" y="1023035"/>
                  </a:lnTo>
                  <a:lnTo>
                    <a:pt x="6539624" y="1137005"/>
                  </a:lnTo>
                  <a:lnTo>
                    <a:pt x="6540614" y="1086535"/>
                  </a:lnTo>
                  <a:lnTo>
                    <a:pt x="6559512" y="1086535"/>
                  </a:lnTo>
                  <a:lnTo>
                    <a:pt x="6560617" y="1023035"/>
                  </a:lnTo>
                  <a:close/>
                </a:path>
                <a:path w="6574790" h="5986780">
                  <a:moveTo>
                    <a:pt x="6562611" y="908735"/>
                  </a:moveTo>
                  <a:lnTo>
                    <a:pt x="6543548" y="908735"/>
                  </a:lnTo>
                  <a:lnTo>
                    <a:pt x="6541617" y="1022705"/>
                  </a:lnTo>
                  <a:lnTo>
                    <a:pt x="6542608" y="972235"/>
                  </a:lnTo>
                  <a:lnTo>
                    <a:pt x="6561506" y="972235"/>
                  </a:lnTo>
                  <a:lnTo>
                    <a:pt x="6562611" y="908735"/>
                  </a:lnTo>
                  <a:close/>
                </a:path>
                <a:path w="6574790" h="5986780">
                  <a:moveTo>
                    <a:pt x="6564604" y="794435"/>
                  </a:moveTo>
                  <a:lnTo>
                    <a:pt x="6545542" y="794435"/>
                  </a:lnTo>
                  <a:lnTo>
                    <a:pt x="6543611" y="908405"/>
                  </a:lnTo>
                  <a:lnTo>
                    <a:pt x="6544602" y="857935"/>
                  </a:lnTo>
                  <a:lnTo>
                    <a:pt x="6563500" y="857935"/>
                  </a:lnTo>
                  <a:lnTo>
                    <a:pt x="6564604" y="794435"/>
                  </a:lnTo>
                  <a:close/>
                </a:path>
                <a:path w="6574790" h="5986780">
                  <a:moveTo>
                    <a:pt x="6566598" y="680135"/>
                  </a:moveTo>
                  <a:lnTo>
                    <a:pt x="6547536" y="680135"/>
                  </a:lnTo>
                  <a:lnTo>
                    <a:pt x="6545605" y="794105"/>
                  </a:lnTo>
                  <a:lnTo>
                    <a:pt x="6546596" y="743635"/>
                  </a:lnTo>
                  <a:lnTo>
                    <a:pt x="6565493" y="743635"/>
                  </a:lnTo>
                  <a:lnTo>
                    <a:pt x="6566598" y="680135"/>
                  </a:lnTo>
                  <a:close/>
                </a:path>
                <a:path w="6574790" h="5986780">
                  <a:moveTo>
                    <a:pt x="6568592" y="565835"/>
                  </a:moveTo>
                  <a:lnTo>
                    <a:pt x="6549542" y="565835"/>
                  </a:lnTo>
                  <a:lnTo>
                    <a:pt x="6547599" y="679805"/>
                  </a:lnTo>
                  <a:lnTo>
                    <a:pt x="6548590" y="629335"/>
                  </a:lnTo>
                  <a:lnTo>
                    <a:pt x="6567487" y="629335"/>
                  </a:lnTo>
                  <a:lnTo>
                    <a:pt x="6568592" y="565835"/>
                  </a:lnTo>
                  <a:close/>
                </a:path>
                <a:path w="6574790" h="5986780">
                  <a:moveTo>
                    <a:pt x="6570561" y="161988"/>
                  </a:moveTo>
                  <a:lnTo>
                    <a:pt x="6569710" y="157391"/>
                  </a:lnTo>
                  <a:lnTo>
                    <a:pt x="6558064" y="139484"/>
                  </a:lnTo>
                  <a:lnTo>
                    <a:pt x="6544475" y="152844"/>
                  </a:lnTo>
                  <a:lnTo>
                    <a:pt x="6552031" y="164477"/>
                  </a:lnTo>
                  <a:lnTo>
                    <a:pt x="6553174" y="170624"/>
                  </a:lnTo>
                  <a:lnTo>
                    <a:pt x="6570561" y="161988"/>
                  </a:lnTo>
                  <a:close/>
                </a:path>
                <a:path w="6574790" h="5986780">
                  <a:moveTo>
                    <a:pt x="6570586" y="451535"/>
                  </a:moveTo>
                  <a:lnTo>
                    <a:pt x="6551536" y="451535"/>
                  </a:lnTo>
                  <a:lnTo>
                    <a:pt x="6549593" y="565505"/>
                  </a:lnTo>
                  <a:lnTo>
                    <a:pt x="6550584" y="515035"/>
                  </a:lnTo>
                  <a:lnTo>
                    <a:pt x="6569481" y="515035"/>
                  </a:lnTo>
                  <a:lnTo>
                    <a:pt x="6570586" y="451535"/>
                  </a:lnTo>
                  <a:close/>
                </a:path>
                <a:path w="6574790" h="5986780">
                  <a:moveTo>
                    <a:pt x="6572580" y="337235"/>
                  </a:moveTo>
                  <a:lnTo>
                    <a:pt x="6553530" y="337235"/>
                  </a:lnTo>
                  <a:lnTo>
                    <a:pt x="6551587" y="451205"/>
                  </a:lnTo>
                  <a:lnTo>
                    <a:pt x="6552578" y="400735"/>
                  </a:lnTo>
                  <a:lnTo>
                    <a:pt x="6571475" y="400735"/>
                  </a:lnTo>
                  <a:lnTo>
                    <a:pt x="6572580" y="337235"/>
                  </a:lnTo>
                  <a:close/>
                </a:path>
                <a:path w="6574790" h="5986780">
                  <a:moveTo>
                    <a:pt x="6574574" y="222935"/>
                  </a:moveTo>
                  <a:lnTo>
                    <a:pt x="6555524" y="222935"/>
                  </a:lnTo>
                  <a:lnTo>
                    <a:pt x="6553581" y="336905"/>
                  </a:lnTo>
                  <a:lnTo>
                    <a:pt x="6554584" y="286435"/>
                  </a:lnTo>
                  <a:lnTo>
                    <a:pt x="6573469" y="286435"/>
                  </a:lnTo>
                  <a:lnTo>
                    <a:pt x="6574574" y="222935"/>
                  </a:lnTo>
                  <a:close/>
                </a:path>
              </a:pathLst>
            </a:custGeom>
            <a:solidFill>
              <a:srgbClr val="05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12444" y="1955531"/>
            <a:ext cx="2410460" cy="422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sz="4200" i="1" spc="-300" baseline="5952" dirty="0">
                <a:solidFill>
                  <a:srgbClr val="34D399"/>
                </a:solidFill>
                <a:latin typeface="Calibri"/>
                <a:cs typeface="Calibri"/>
              </a:rPr>
              <a:t>Deplo</a:t>
            </a:r>
            <a:r>
              <a:rPr sz="4200" i="1" spc="-300" baseline="3968" dirty="0">
                <a:solidFill>
                  <a:srgbClr val="34D399"/>
                </a:solidFill>
                <a:latin typeface="Calibri"/>
                <a:cs typeface="Calibri"/>
              </a:rPr>
              <a:t>yment</a:t>
            </a:r>
            <a:r>
              <a:rPr sz="4200" i="1" spc="30" baseline="3968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12" baseline="1984" dirty="0">
                <a:solidFill>
                  <a:srgbClr val="34D399"/>
                </a:solidFill>
                <a:latin typeface="Calibri"/>
                <a:cs typeface="Calibri"/>
              </a:rPr>
              <a:t>S</a:t>
            </a:r>
            <a:r>
              <a:rPr sz="2800" i="1" spc="-75" dirty="0">
                <a:solidFill>
                  <a:srgbClr val="34D399"/>
                </a:solidFill>
                <a:latin typeface="Calibri"/>
                <a:cs typeface="Calibri"/>
              </a:rPr>
              <a:t>tack: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0314" y="2808841"/>
            <a:ext cx="5735955" cy="259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235" indent="-306705">
              <a:lnSpc>
                <a:spcPts val="2875"/>
              </a:lnSpc>
              <a:buAutoNum type="arabicPeriod"/>
              <a:tabLst>
                <a:tab pos="356235" algn="l"/>
              </a:tabLst>
            </a:pPr>
            <a:r>
              <a:rPr sz="4200" i="1" spc="-225" baseline="5952" dirty="0">
                <a:solidFill>
                  <a:srgbClr val="34D399"/>
                </a:solidFill>
                <a:latin typeface="Calibri"/>
                <a:cs typeface="Calibri"/>
              </a:rPr>
              <a:t>T</a:t>
            </a:r>
            <a:r>
              <a:rPr sz="4200" i="1" spc="-225" baseline="4960" dirty="0">
                <a:solidFill>
                  <a:srgbClr val="34D399"/>
                </a:solidFill>
                <a:latin typeface="Calibri"/>
                <a:cs typeface="Calibri"/>
              </a:rPr>
              <a:t>rain</a:t>
            </a:r>
            <a:r>
              <a:rPr sz="4200" i="1" spc="-44" baseline="496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270" baseline="2976" dirty="0">
                <a:solidFill>
                  <a:srgbClr val="34D399"/>
                </a:solidFill>
                <a:latin typeface="Calibri"/>
                <a:cs typeface="Calibri"/>
              </a:rPr>
              <a:t>Mode</a:t>
            </a:r>
            <a:r>
              <a:rPr sz="4200" i="1" spc="-270" baseline="1984" dirty="0">
                <a:solidFill>
                  <a:srgbClr val="34D399"/>
                </a:solidFill>
                <a:latin typeface="Calibri"/>
                <a:cs typeface="Calibri"/>
              </a:rPr>
              <a:t>l:</a:t>
            </a:r>
            <a:r>
              <a:rPr sz="4200" i="1" spc="-44" baseline="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60" dirty="0">
                <a:solidFill>
                  <a:srgbClr val="34D399"/>
                </a:solidFill>
                <a:latin typeface="Calibri"/>
                <a:cs typeface="Calibri"/>
              </a:rPr>
              <a:t>TensorF</a:t>
            </a:r>
            <a:r>
              <a:rPr sz="4200" i="1" spc="-240" baseline="-1984" dirty="0">
                <a:solidFill>
                  <a:srgbClr val="34D399"/>
                </a:solidFill>
                <a:latin typeface="Calibri"/>
                <a:cs typeface="Calibri"/>
              </a:rPr>
              <a:t>low</a:t>
            </a:r>
            <a:r>
              <a:rPr sz="4200" i="1" spc="-44" baseline="-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75" baseline="-3968" dirty="0">
                <a:solidFill>
                  <a:srgbClr val="34D399"/>
                </a:solidFill>
                <a:latin typeface="Calibri"/>
                <a:cs typeface="Calibri"/>
              </a:rPr>
              <a:t>on</a:t>
            </a:r>
            <a:r>
              <a:rPr sz="4200" i="1" spc="-37" baseline="-3968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0" baseline="-4960" dirty="0">
                <a:solidFill>
                  <a:srgbClr val="34D399"/>
                </a:solidFill>
                <a:latin typeface="Calibri"/>
                <a:cs typeface="Calibri"/>
              </a:rPr>
              <a:t>lap</a:t>
            </a:r>
            <a:r>
              <a:rPr sz="4200" i="1" spc="-30" baseline="-5952" dirty="0">
                <a:solidFill>
                  <a:srgbClr val="34D399"/>
                </a:solidFill>
                <a:latin typeface="Calibri"/>
                <a:cs typeface="Calibri"/>
              </a:rPr>
              <a:t>top.</a:t>
            </a:r>
            <a:endParaRPr sz="4200" baseline="-5952">
              <a:latin typeface="Calibri"/>
              <a:cs typeface="Calibri"/>
            </a:endParaRPr>
          </a:p>
          <a:p>
            <a:pPr marL="34925" marR="5080" indent="313690">
              <a:lnSpc>
                <a:spcPts val="2930"/>
              </a:lnSpc>
              <a:spcBef>
                <a:spcPts val="735"/>
              </a:spcBef>
              <a:buAutoNum type="arabicPeriod"/>
              <a:tabLst>
                <a:tab pos="348615" algn="l"/>
              </a:tabLst>
            </a:pPr>
            <a:r>
              <a:rPr sz="4200" i="1" spc="-217" baseline="10912" dirty="0">
                <a:solidFill>
                  <a:srgbClr val="34D399"/>
                </a:solidFill>
                <a:latin typeface="Calibri"/>
                <a:cs typeface="Calibri"/>
              </a:rPr>
              <a:t>Op</a:t>
            </a:r>
            <a:r>
              <a:rPr sz="4200" i="1" spc="-217" baseline="9920" dirty="0">
                <a:solidFill>
                  <a:srgbClr val="34D399"/>
                </a:solidFill>
                <a:latin typeface="Calibri"/>
                <a:cs typeface="Calibri"/>
              </a:rPr>
              <a:t>timi</a:t>
            </a:r>
            <a:r>
              <a:rPr sz="4200" i="1" spc="-217" baseline="8928" dirty="0">
                <a:solidFill>
                  <a:srgbClr val="34D399"/>
                </a:solidFill>
                <a:latin typeface="Calibri"/>
                <a:cs typeface="Calibri"/>
              </a:rPr>
              <a:t>ze</a:t>
            </a:r>
            <a:r>
              <a:rPr sz="4200" i="1" spc="-217" baseline="7936" dirty="0">
                <a:solidFill>
                  <a:srgbClr val="34D399"/>
                </a:solidFill>
                <a:latin typeface="Calibri"/>
                <a:cs typeface="Calibri"/>
              </a:rPr>
              <a:t>:</a:t>
            </a:r>
            <a:r>
              <a:rPr sz="4200" i="1" spc="-52" baseline="793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225" baseline="6944" dirty="0">
                <a:solidFill>
                  <a:srgbClr val="34D399"/>
                </a:solidFill>
                <a:latin typeface="Calibri"/>
                <a:cs typeface="Calibri"/>
              </a:rPr>
              <a:t>Quant</a:t>
            </a:r>
            <a:r>
              <a:rPr sz="4200" i="1" spc="-225" baseline="4960" dirty="0">
                <a:solidFill>
                  <a:srgbClr val="34D399"/>
                </a:solidFill>
                <a:latin typeface="Calibri"/>
                <a:cs typeface="Calibri"/>
              </a:rPr>
              <a:t>ize</a:t>
            </a:r>
            <a:r>
              <a:rPr sz="4200" i="1" spc="-52" baseline="496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30" baseline="3968" dirty="0">
                <a:solidFill>
                  <a:srgbClr val="34D399"/>
                </a:solidFill>
                <a:latin typeface="Calibri"/>
                <a:cs typeface="Calibri"/>
              </a:rPr>
              <a:t>to</a:t>
            </a:r>
            <a:r>
              <a:rPr sz="4200" i="1" spc="-52" baseline="3968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97" baseline="2976" dirty="0">
                <a:solidFill>
                  <a:srgbClr val="34D399"/>
                </a:solidFill>
                <a:latin typeface="Calibri"/>
                <a:cs typeface="Calibri"/>
              </a:rPr>
              <a:t>IN</a:t>
            </a:r>
            <a:r>
              <a:rPr sz="4200" i="1" spc="97" baseline="1984" dirty="0">
                <a:solidFill>
                  <a:srgbClr val="34D399"/>
                </a:solidFill>
                <a:latin typeface="Calibri"/>
                <a:cs typeface="Calibri"/>
              </a:rPr>
              <a:t>T8</a:t>
            </a:r>
            <a:r>
              <a:rPr sz="4200" i="1" spc="-52" baseline="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45" dirty="0">
                <a:solidFill>
                  <a:srgbClr val="34D399"/>
                </a:solidFill>
                <a:latin typeface="Calibri"/>
                <a:cs typeface="Calibri"/>
              </a:rPr>
              <a:t>(</a:t>
            </a:r>
            <a:r>
              <a:rPr sz="2800" i="1" spc="-145" dirty="0">
                <a:solidFill>
                  <a:srgbClr val="F77070"/>
                </a:solidFill>
                <a:latin typeface="Calibri"/>
                <a:cs typeface="Calibri"/>
              </a:rPr>
              <a:t>crucial</a:t>
            </a:r>
            <a:r>
              <a:rPr sz="2800" i="1" spc="-35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spc="-330" baseline="-1984" dirty="0">
                <a:solidFill>
                  <a:srgbClr val="F77070"/>
                </a:solidFill>
                <a:latin typeface="Calibri"/>
                <a:cs typeface="Calibri"/>
              </a:rPr>
              <a:t>to</a:t>
            </a:r>
            <a:r>
              <a:rPr sz="4200" i="1" spc="-52" baseline="-1984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spc="-37" baseline="-2976" dirty="0">
                <a:solidFill>
                  <a:srgbClr val="F77070"/>
                </a:solidFill>
                <a:latin typeface="Calibri"/>
                <a:cs typeface="Calibri"/>
              </a:rPr>
              <a:t>fit </a:t>
            </a:r>
            <a:r>
              <a:rPr sz="4200" i="1" spc="-67" baseline="2976" dirty="0">
                <a:solidFill>
                  <a:srgbClr val="F77070"/>
                </a:solidFill>
                <a:latin typeface="Calibri"/>
                <a:cs typeface="Calibri"/>
              </a:rPr>
              <a:t>in</a:t>
            </a:r>
            <a:r>
              <a:rPr sz="4200" i="1" spc="-97" baseline="2976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spc="-270" baseline="2976" dirty="0">
                <a:solidFill>
                  <a:srgbClr val="F77070"/>
                </a:solidFill>
                <a:latin typeface="Calibri"/>
                <a:cs typeface="Calibri"/>
              </a:rPr>
              <a:t>N</a:t>
            </a:r>
            <a:r>
              <a:rPr sz="4200" i="1" spc="-270" baseline="1984" dirty="0">
                <a:solidFill>
                  <a:srgbClr val="F77070"/>
                </a:solidFill>
                <a:latin typeface="Calibri"/>
                <a:cs typeface="Calibri"/>
              </a:rPr>
              <a:t>o</a:t>
            </a:r>
            <a:r>
              <a:rPr sz="2800" i="1" spc="-180" dirty="0">
                <a:solidFill>
                  <a:srgbClr val="F77070"/>
                </a:solidFill>
                <a:latin typeface="Calibri"/>
                <a:cs typeface="Calibri"/>
              </a:rPr>
              <a:t>rdic</a:t>
            </a:r>
            <a:r>
              <a:rPr sz="2800" i="1" spc="-6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2800" i="1" spc="55" dirty="0">
                <a:solidFill>
                  <a:srgbClr val="F77070"/>
                </a:solidFill>
                <a:latin typeface="Calibri"/>
                <a:cs typeface="Calibri"/>
              </a:rPr>
              <a:t>MCU</a:t>
            </a:r>
            <a:r>
              <a:rPr sz="2800" i="1" spc="-60" dirty="0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sz="4200" i="1" spc="-15" baseline="-1984" dirty="0">
                <a:solidFill>
                  <a:srgbClr val="F77070"/>
                </a:solidFill>
                <a:latin typeface="Calibri"/>
                <a:cs typeface="Calibri"/>
              </a:rPr>
              <a:t>R</a:t>
            </a:r>
            <a:r>
              <a:rPr sz="4200" i="1" spc="-15" baseline="-2976" dirty="0">
                <a:solidFill>
                  <a:srgbClr val="F77070"/>
                </a:solidFill>
                <a:latin typeface="Calibri"/>
                <a:cs typeface="Calibri"/>
              </a:rPr>
              <a:t>AM!</a:t>
            </a:r>
            <a:r>
              <a:rPr sz="4200" i="1" spc="-15" baseline="-4960" dirty="0">
                <a:solidFill>
                  <a:srgbClr val="34D399"/>
                </a:solidFill>
                <a:latin typeface="Calibri"/>
                <a:cs typeface="Calibri"/>
              </a:rPr>
              <a:t>).</a:t>
            </a:r>
            <a:endParaRPr sz="4200" baseline="-4960">
              <a:latin typeface="Calibri"/>
              <a:cs typeface="Calibri"/>
            </a:endParaRPr>
          </a:p>
          <a:p>
            <a:pPr marL="17780" marR="1683385" indent="315595">
              <a:lnSpc>
                <a:spcPts val="3500"/>
              </a:lnSpc>
              <a:spcBef>
                <a:spcPts val="45"/>
              </a:spcBef>
              <a:buAutoNum type="arabicPeriod"/>
              <a:tabLst>
                <a:tab pos="333375" algn="l"/>
              </a:tabLst>
            </a:pPr>
            <a:r>
              <a:rPr sz="4200" i="1" spc="-284" baseline="3968" dirty="0">
                <a:solidFill>
                  <a:srgbClr val="34D399"/>
                </a:solidFill>
                <a:latin typeface="Calibri"/>
                <a:cs typeface="Calibri"/>
              </a:rPr>
              <a:t>Com</a:t>
            </a:r>
            <a:r>
              <a:rPr sz="4200" i="1" spc="-284" baseline="2976" dirty="0">
                <a:solidFill>
                  <a:srgbClr val="34D399"/>
                </a:solidFill>
                <a:latin typeface="Calibri"/>
                <a:cs typeface="Calibri"/>
              </a:rPr>
              <a:t>pile</a:t>
            </a:r>
            <a:r>
              <a:rPr sz="2800" i="1" spc="-190" dirty="0">
                <a:solidFill>
                  <a:srgbClr val="34D399"/>
                </a:solidFill>
                <a:latin typeface="Calibri"/>
                <a:cs typeface="Calibri"/>
              </a:rPr>
              <a:t>:</a:t>
            </a:r>
            <a:r>
              <a:rPr sz="2800" i="1" spc="-4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60" dirty="0">
                <a:solidFill>
                  <a:srgbClr val="34D399"/>
                </a:solidFill>
                <a:latin typeface="Calibri"/>
                <a:cs typeface="Calibri"/>
              </a:rPr>
              <a:t>TensorF</a:t>
            </a:r>
            <a:r>
              <a:rPr sz="4200" i="1" spc="-240" baseline="-1984" dirty="0">
                <a:solidFill>
                  <a:srgbClr val="34D399"/>
                </a:solidFill>
                <a:latin typeface="Calibri"/>
                <a:cs typeface="Calibri"/>
              </a:rPr>
              <a:t>low</a:t>
            </a:r>
            <a:r>
              <a:rPr sz="4200" i="1" spc="-60" baseline="-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baseline="-3968" dirty="0">
                <a:solidFill>
                  <a:srgbClr val="34D399"/>
                </a:solidFill>
                <a:latin typeface="Calibri"/>
                <a:cs typeface="Calibri"/>
              </a:rPr>
              <a:t>Lit</a:t>
            </a:r>
            <a:r>
              <a:rPr sz="4200" i="1" baseline="-4960" dirty="0">
                <a:solidFill>
                  <a:srgbClr val="34D399"/>
                </a:solidFill>
                <a:latin typeface="Calibri"/>
                <a:cs typeface="Calibri"/>
              </a:rPr>
              <a:t>e</a:t>
            </a:r>
            <a:r>
              <a:rPr sz="4200" i="1" spc="-60" baseline="-496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7" baseline="-4960" dirty="0">
                <a:solidFill>
                  <a:srgbClr val="34D399"/>
                </a:solidFill>
                <a:latin typeface="Calibri"/>
                <a:cs typeface="Calibri"/>
              </a:rPr>
              <a:t>fo</a:t>
            </a:r>
            <a:r>
              <a:rPr sz="4200" i="1" spc="-37" baseline="-5952" dirty="0">
                <a:solidFill>
                  <a:srgbClr val="34D399"/>
                </a:solidFill>
                <a:latin typeface="Calibri"/>
                <a:cs typeface="Calibri"/>
              </a:rPr>
              <a:t>r </a:t>
            </a:r>
            <a:r>
              <a:rPr sz="4200" i="1" spc="-300" baseline="7936" dirty="0">
                <a:solidFill>
                  <a:srgbClr val="34D399"/>
                </a:solidFill>
                <a:latin typeface="Calibri"/>
                <a:cs typeface="Calibri"/>
              </a:rPr>
              <a:t>Mic</a:t>
            </a:r>
            <a:r>
              <a:rPr sz="4200" i="1" spc="-300" baseline="5952" dirty="0">
                <a:solidFill>
                  <a:srgbClr val="34D399"/>
                </a:solidFill>
                <a:latin typeface="Calibri"/>
                <a:cs typeface="Calibri"/>
              </a:rPr>
              <a:t>rocont</a:t>
            </a:r>
            <a:r>
              <a:rPr sz="4200" i="1" spc="-300" baseline="3968" dirty="0">
                <a:solidFill>
                  <a:srgbClr val="34D399"/>
                </a:solidFill>
                <a:latin typeface="Calibri"/>
                <a:cs typeface="Calibri"/>
              </a:rPr>
              <a:t>ro</a:t>
            </a:r>
            <a:r>
              <a:rPr sz="4200" i="1" spc="-300" baseline="2976" dirty="0">
                <a:solidFill>
                  <a:srgbClr val="34D399"/>
                </a:solidFill>
                <a:latin typeface="Calibri"/>
                <a:cs typeface="Calibri"/>
              </a:rPr>
              <a:t>ller</a:t>
            </a:r>
            <a:r>
              <a:rPr sz="4200" i="1" spc="-300" baseline="1984" dirty="0">
                <a:solidFill>
                  <a:srgbClr val="34D399"/>
                </a:solidFill>
                <a:latin typeface="Calibri"/>
                <a:cs typeface="Calibri"/>
              </a:rPr>
              <a:t>s</a:t>
            </a:r>
            <a:r>
              <a:rPr sz="4200" i="1" spc="120" baseline="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5" baseline="1984" dirty="0">
                <a:solidFill>
                  <a:srgbClr val="34D399"/>
                </a:solidFill>
                <a:latin typeface="Calibri"/>
                <a:cs typeface="Calibri"/>
              </a:rPr>
              <a:t>(TFL</a:t>
            </a:r>
            <a:r>
              <a:rPr sz="2800" i="1" spc="-10" dirty="0">
                <a:solidFill>
                  <a:srgbClr val="34D399"/>
                </a:solidFill>
                <a:latin typeface="Calibri"/>
                <a:cs typeface="Calibri"/>
              </a:rPr>
              <a:t>M).</a:t>
            </a:r>
            <a:endParaRPr sz="2800">
              <a:latin typeface="Calibri"/>
              <a:cs typeface="Calibri"/>
            </a:endParaRPr>
          </a:p>
          <a:p>
            <a:pPr marL="319405" indent="-306705">
              <a:lnSpc>
                <a:spcPts val="3000"/>
              </a:lnSpc>
              <a:buAutoNum type="arabicPeriod"/>
              <a:tabLst>
                <a:tab pos="319405" algn="l"/>
              </a:tabLst>
            </a:pPr>
            <a:r>
              <a:rPr sz="4200" i="1" spc="-104" baseline="1984" dirty="0">
                <a:solidFill>
                  <a:srgbClr val="34D399"/>
                </a:solidFill>
                <a:latin typeface="Calibri"/>
                <a:cs typeface="Calibri"/>
              </a:rPr>
              <a:t>Fla</a:t>
            </a:r>
            <a:r>
              <a:rPr sz="2800" i="1" spc="-70" dirty="0">
                <a:solidFill>
                  <a:srgbClr val="34D399"/>
                </a:solidFill>
                <a:latin typeface="Calibri"/>
                <a:cs typeface="Calibri"/>
              </a:rPr>
              <a:t>sh:</a:t>
            </a:r>
            <a:r>
              <a:rPr sz="2800" i="1" spc="-1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2800" i="1" spc="-110" dirty="0">
                <a:solidFill>
                  <a:srgbClr val="34D399"/>
                </a:solidFill>
                <a:latin typeface="Calibri"/>
                <a:cs typeface="Calibri"/>
              </a:rPr>
              <a:t>Direc</a:t>
            </a:r>
            <a:r>
              <a:rPr sz="4200" i="1" spc="-165" baseline="-1984" dirty="0">
                <a:solidFill>
                  <a:srgbClr val="34D399"/>
                </a:solidFill>
                <a:latin typeface="Calibri"/>
                <a:cs typeface="Calibri"/>
              </a:rPr>
              <a:t>tly</a:t>
            </a:r>
            <a:r>
              <a:rPr sz="4200" i="1" spc="-15" baseline="-198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50" baseline="-2976" dirty="0">
                <a:solidFill>
                  <a:srgbClr val="34D399"/>
                </a:solidFill>
                <a:latin typeface="Calibri"/>
                <a:cs typeface="Calibri"/>
              </a:rPr>
              <a:t>via</a:t>
            </a:r>
            <a:r>
              <a:rPr sz="4200" i="1" spc="-15" baseline="-297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baseline="-3968" dirty="0">
                <a:solidFill>
                  <a:srgbClr val="34D399"/>
                </a:solidFill>
                <a:latin typeface="Calibri"/>
                <a:cs typeface="Calibri"/>
              </a:rPr>
              <a:t>S</a:t>
            </a:r>
            <a:r>
              <a:rPr sz="4200" i="1" baseline="-4960" dirty="0">
                <a:solidFill>
                  <a:srgbClr val="34D399"/>
                </a:solidFill>
                <a:latin typeface="Calibri"/>
                <a:cs typeface="Calibri"/>
              </a:rPr>
              <a:t>W</a:t>
            </a:r>
            <a:r>
              <a:rPr sz="4200" i="1" baseline="-5952" dirty="0">
                <a:solidFill>
                  <a:srgbClr val="34D399"/>
                </a:solidFill>
                <a:latin typeface="Calibri"/>
                <a:cs typeface="Calibri"/>
              </a:rPr>
              <a:t>D</a:t>
            </a:r>
            <a:r>
              <a:rPr sz="4200" i="1" spc="-15" baseline="-5952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35" baseline="-6944" dirty="0">
                <a:solidFill>
                  <a:srgbClr val="34D399"/>
                </a:solidFill>
                <a:latin typeface="Calibri"/>
                <a:cs typeface="Calibri"/>
              </a:rPr>
              <a:t>int</a:t>
            </a:r>
            <a:r>
              <a:rPr sz="4200" i="1" spc="-135" baseline="-7936" dirty="0">
                <a:solidFill>
                  <a:srgbClr val="34D399"/>
                </a:solidFill>
                <a:latin typeface="Calibri"/>
                <a:cs typeface="Calibri"/>
              </a:rPr>
              <a:t>erfa</a:t>
            </a:r>
            <a:r>
              <a:rPr sz="4200" i="1" spc="-135" baseline="-8928" dirty="0">
                <a:solidFill>
                  <a:srgbClr val="34D399"/>
                </a:solidFill>
                <a:latin typeface="Calibri"/>
                <a:cs typeface="Calibri"/>
              </a:rPr>
              <a:t>ce</a:t>
            </a:r>
            <a:r>
              <a:rPr sz="4200" i="1" spc="-135" baseline="-9920" dirty="0">
                <a:solidFill>
                  <a:srgbClr val="34D399"/>
                </a:solidFill>
                <a:latin typeface="Calibri"/>
                <a:cs typeface="Calibri"/>
              </a:rPr>
              <a:t>.</a:t>
            </a:r>
            <a:endParaRPr sz="4200" baseline="-992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0314" y="5449564"/>
            <a:ext cx="5394382" cy="1218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ts val="2665"/>
              </a:lnSpc>
            </a:pPr>
            <a:r>
              <a:rPr sz="4200" i="1" spc="-179" baseline="3968" dirty="0">
                <a:solidFill>
                  <a:srgbClr val="FDDF46"/>
                </a:solidFill>
                <a:latin typeface="Calibri"/>
                <a:cs typeface="Calibri"/>
              </a:rPr>
              <a:t>Result</a:t>
            </a:r>
            <a:r>
              <a:rPr sz="4200" i="1" spc="-179" baseline="1984" dirty="0">
                <a:solidFill>
                  <a:srgbClr val="FDDF46"/>
                </a:solidFill>
                <a:latin typeface="Calibri"/>
                <a:cs typeface="Calibri"/>
              </a:rPr>
              <a:t>:</a:t>
            </a:r>
            <a:r>
              <a:rPr sz="4200" i="1" spc="-52" baseline="1984" dirty="0">
                <a:solidFill>
                  <a:srgbClr val="FDDF46"/>
                </a:solidFill>
                <a:latin typeface="Calibri"/>
                <a:cs typeface="Calibri"/>
              </a:rPr>
              <a:t> </a:t>
            </a:r>
            <a:r>
              <a:rPr sz="4200" i="1" spc="-300" baseline="1984" dirty="0">
                <a:solidFill>
                  <a:srgbClr val="34D399"/>
                </a:solidFill>
                <a:latin typeface="Calibri"/>
                <a:cs typeface="Calibri"/>
              </a:rPr>
              <a:t>In</a:t>
            </a:r>
            <a:r>
              <a:rPr sz="2800" i="1" spc="-200" dirty="0">
                <a:solidFill>
                  <a:srgbClr val="34D399"/>
                </a:solidFill>
                <a:latin typeface="Calibri"/>
                <a:cs typeface="Calibri"/>
              </a:rPr>
              <a:t>ference</a:t>
            </a:r>
            <a:r>
              <a:rPr sz="2800" i="1" spc="-2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82" baseline="-1984" dirty="0">
                <a:solidFill>
                  <a:srgbClr val="34D399"/>
                </a:solidFill>
                <a:latin typeface="Calibri"/>
                <a:cs typeface="Calibri"/>
              </a:rPr>
              <a:t>tak</a:t>
            </a:r>
            <a:r>
              <a:rPr sz="4200" i="1" spc="-382" baseline="-2976" dirty="0">
                <a:solidFill>
                  <a:srgbClr val="34D399"/>
                </a:solidFill>
                <a:latin typeface="Calibri"/>
                <a:cs typeface="Calibri"/>
              </a:rPr>
              <a:t>es</a:t>
            </a:r>
            <a:r>
              <a:rPr sz="4200" i="1" spc="-30" baseline="-297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37" baseline="-3968" dirty="0">
                <a:solidFill>
                  <a:srgbClr val="34D399"/>
                </a:solidFill>
                <a:latin typeface="Calibri"/>
                <a:cs typeface="Calibri"/>
              </a:rPr>
              <a:t>les</a:t>
            </a:r>
            <a:r>
              <a:rPr sz="4200" i="1" spc="-337" baseline="-4960" dirty="0">
                <a:solidFill>
                  <a:srgbClr val="34D399"/>
                </a:solidFill>
                <a:latin typeface="Calibri"/>
                <a:cs typeface="Calibri"/>
              </a:rPr>
              <a:t>s</a:t>
            </a:r>
            <a:r>
              <a:rPr sz="4200" i="1" spc="-37" baseline="-496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284" baseline="-4960" dirty="0">
                <a:solidFill>
                  <a:srgbClr val="34D399"/>
                </a:solidFill>
                <a:latin typeface="Calibri"/>
                <a:cs typeface="Calibri"/>
              </a:rPr>
              <a:t>than</a:t>
            </a:r>
            <a:r>
              <a:rPr sz="4200" i="1" spc="-30" baseline="-4960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7" baseline="-6944" dirty="0">
                <a:solidFill>
                  <a:srgbClr val="34D399"/>
                </a:solidFill>
                <a:latin typeface="Calibri"/>
                <a:cs typeface="Calibri"/>
              </a:rPr>
              <a:t>50</a:t>
            </a:r>
            <a:endParaRPr sz="4200" baseline="-6944" dirty="0">
              <a:latin typeface="Calibri"/>
              <a:cs typeface="Calibri"/>
            </a:endParaRPr>
          </a:p>
          <a:p>
            <a:pPr marL="12700" marR="5080" indent="6985">
              <a:lnSpc>
                <a:spcPts val="3360"/>
              </a:lnSpc>
            </a:pPr>
            <a:r>
              <a:rPr sz="2800" i="1" spc="-180" dirty="0">
                <a:solidFill>
                  <a:srgbClr val="34D399"/>
                </a:solidFill>
                <a:latin typeface="Calibri"/>
                <a:cs typeface="Calibri"/>
              </a:rPr>
              <a:t>milliseconds</a:t>
            </a:r>
            <a:r>
              <a:rPr sz="2800" i="1" spc="-25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247" baseline="-3968" dirty="0">
                <a:solidFill>
                  <a:srgbClr val="34D399"/>
                </a:solidFill>
                <a:latin typeface="Calibri"/>
                <a:cs typeface="Calibri"/>
              </a:rPr>
              <a:t>dir</a:t>
            </a:r>
            <a:r>
              <a:rPr sz="4200" i="1" spc="-247" baseline="-4960" dirty="0">
                <a:solidFill>
                  <a:srgbClr val="34D399"/>
                </a:solidFill>
                <a:latin typeface="Calibri"/>
                <a:cs typeface="Calibri"/>
              </a:rPr>
              <a:t>ec</a:t>
            </a:r>
            <a:r>
              <a:rPr sz="4200" i="1" spc="-247" baseline="-5952" dirty="0">
                <a:solidFill>
                  <a:srgbClr val="34D399"/>
                </a:solidFill>
                <a:latin typeface="Calibri"/>
                <a:cs typeface="Calibri"/>
              </a:rPr>
              <a:t>tly</a:t>
            </a:r>
            <a:r>
              <a:rPr sz="4200" i="1" spc="-37" baseline="-5952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75" baseline="-6944" dirty="0">
                <a:solidFill>
                  <a:srgbClr val="34D399"/>
                </a:solidFill>
                <a:latin typeface="Calibri"/>
                <a:cs typeface="Calibri"/>
              </a:rPr>
              <a:t>on</a:t>
            </a:r>
            <a:r>
              <a:rPr sz="4200" i="1" spc="-37" baseline="-694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359" baseline="-7936" dirty="0">
                <a:solidFill>
                  <a:srgbClr val="34D399"/>
                </a:solidFill>
                <a:latin typeface="Calibri"/>
                <a:cs typeface="Calibri"/>
              </a:rPr>
              <a:t>the</a:t>
            </a:r>
            <a:r>
              <a:rPr sz="4200" i="1" spc="-37" baseline="-7936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202" baseline="-8928" dirty="0">
                <a:solidFill>
                  <a:srgbClr val="34D399"/>
                </a:solidFill>
                <a:latin typeface="Calibri"/>
                <a:cs typeface="Calibri"/>
              </a:rPr>
              <a:t>w</a:t>
            </a:r>
            <a:r>
              <a:rPr sz="4200" i="1" spc="-202" baseline="-9920" dirty="0">
                <a:solidFill>
                  <a:srgbClr val="34D399"/>
                </a:solidFill>
                <a:latin typeface="Calibri"/>
                <a:cs typeface="Calibri"/>
              </a:rPr>
              <a:t>ri</a:t>
            </a:r>
            <a:r>
              <a:rPr sz="4200" i="1" spc="-202" baseline="-10912" dirty="0">
                <a:solidFill>
                  <a:srgbClr val="34D399"/>
                </a:solidFill>
                <a:latin typeface="Calibri"/>
                <a:cs typeface="Calibri"/>
              </a:rPr>
              <a:t>st.</a:t>
            </a:r>
            <a:r>
              <a:rPr sz="4200" i="1" spc="-30" baseline="-10912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232" baseline="-11904" dirty="0">
                <a:solidFill>
                  <a:srgbClr val="34D399"/>
                </a:solidFill>
                <a:latin typeface="Calibri"/>
                <a:cs typeface="Calibri"/>
              </a:rPr>
              <a:t>No</a:t>
            </a:r>
            <a:r>
              <a:rPr sz="4200" i="1" spc="-37" baseline="-11904" dirty="0">
                <a:solidFill>
                  <a:srgbClr val="34D399"/>
                </a:solidFill>
                <a:latin typeface="Calibri"/>
                <a:cs typeface="Calibri"/>
              </a:rPr>
              <a:t> </a:t>
            </a:r>
            <a:r>
              <a:rPr sz="4200" i="1" spc="-15" baseline="-12896" dirty="0">
                <a:solidFill>
                  <a:srgbClr val="34D399"/>
                </a:solidFill>
                <a:latin typeface="Calibri"/>
                <a:cs typeface="Calibri"/>
              </a:rPr>
              <a:t>cloud </a:t>
            </a:r>
            <a:r>
              <a:rPr sz="2800" i="1" spc="-275" dirty="0">
                <a:solidFill>
                  <a:srgbClr val="34D399"/>
                </a:solidFill>
                <a:latin typeface="Calibri"/>
                <a:cs typeface="Calibri"/>
              </a:rPr>
              <a:t>needed!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9999" y="6909507"/>
            <a:ext cx="9252585" cy="9525"/>
          </a:xfrm>
          <a:custGeom>
            <a:avLst/>
            <a:gdLst/>
            <a:ahLst/>
            <a:cxnLst/>
            <a:rect l="l" t="t" r="r" b="b"/>
            <a:pathLst>
              <a:path w="9252585" h="9525">
                <a:moveTo>
                  <a:pt x="9252000" y="9525"/>
                </a:moveTo>
                <a:lnTo>
                  <a:pt x="0" y="9525"/>
                </a:lnTo>
                <a:lnTo>
                  <a:pt x="0" y="0"/>
                </a:lnTo>
                <a:lnTo>
                  <a:pt x="9252000" y="0"/>
                </a:lnTo>
                <a:lnTo>
                  <a:pt x="9252000" y="9525"/>
                </a:lnTo>
                <a:close/>
              </a:path>
            </a:pathLst>
          </a:custGeom>
          <a:solidFill>
            <a:srgbClr val="262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65" dirty="0"/>
              <a:t>VITALSGRID</a:t>
            </a:r>
            <a:r>
              <a:rPr spc="195" dirty="0"/>
              <a:t> </a:t>
            </a:r>
            <a:r>
              <a:rPr dirty="0"/>
              <a:t>//</a:t>
            </a:r>
            <a:r>
              <a:rPr spc="195" dirty="0"/>
              <a:t> </a:t>
            </a:r>
            <a:r>
              <a:rPr spc="65" dirty="0"/>
              <a:t>HACKCULTURE</a:t>
            </a:r>
            <a:r>
              <a:rPr spc="195" dirty="0"/>
              <a:t> </a:t>
            </a:r>
            <a:r>
              <a:rPr spc="55" dirty="0"/>
              <a:t>SUBMISSION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t>Slide 24 of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0F6FC"/>
                </a:solidFill>
              </a:defRPr>
            </a:pPr>
            <a:r>
              <a:t>PROTOTYPE EVIDENCE 01: SCADA CONTROL HUB &amp; TELEMETRY ROSTER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280160"/>
            <a:ext cx="4206240" cy="4846320"/>
          </a:xfrm>
          <a:prstGeom prst="roundRect">
            <a:avLst/>
          </a:prstGeom>
          <a:solidFill>
            <a:srgbClr val="101A26"/>
          </a:solidFill>
          <a:ln w="1905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58C8F6"/>
                </a:solidFill>
              </a:defRPr>
            </a:pPr>
            <a:r>
              <a:t>📊 SCADA CONTROL HUB &amp; ROSTER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Air-Gapped Intranet: </a:t>
            </a:r>
            <a:r>
              <a:rPr sz="1100">
                <a:solidFill>
                  <a:srgbClr val="A9B5BA"/>
                </a:solidFill>
              </a:rPr>
              <a:t>Operates 100% offline without cloud REST APIs or WAN dependencies.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Real-Time Telemetry: </a:t>
            </a:r>
            <a:r>
              <a:rPr sz="1100">
                <a:solidFill>
                  <a:srgbClr val="A9B5BA"/>
                </a:solidFill>
              </a:rPr>
              <a:t>Worker risk scores updated continuously via local WebSockets.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Multi-Vitals Sparklines: </a:t>
            </a:r>
            <a:r>
              <a:rPr sz="1100">
                <a:solidFill>
                  <a:srgbClr val="A9B5BA"/>
                </a:solidFill>
              </a:rPr>
              <a:t>Tracks ECG stress, SpO2, skin temp, and VOC gas exposure in real time.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Saved Risk Counter: </a:t>
            </a:r>
            <a:r>
              <a:rPr sz="1100">
                <a:solidFill>
                  <a:srgbClr val="A9B5BA"/>
                </a:solidFill>
              </a:rPr>
              <a:t>Quantifies financial risk reduction (₹14.2 Lakhs saved).</a:t>
            </a:r>
          </a:p>
        </p:txBody>
      </p:sp>
      <p:pic>
        <p:nvPicPr>
          <p:cNvPr id="6" name="Picture 5" descr="crop_01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67512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0F6FC"/>
                </a:solidFill>
              </a:defRPr>
            </a:pPr>
            <a:r>
              <a:t>PROTOTYPE EVIDENCE 02: HARDWARE STUDIO, PCB SCHEMATIC &amp; OSCILLOSCOPES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303520" cy="48463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280160"/>
            <a:ext cx="557784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4160520"/>
            <a:ext cx="5577840" cy="1965960"/>
          </a:xfrm>
          <a:prstGeom prst="roundRect">
            <a:avLst/>
          </a:prstGeom>
          <a:solidFill>
            <a:srgbClr val="101A26"/>
          </a:solidFill>
          <a:ln w="1905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42D69B"/>
                </a:solidFill>
              </a:defRPr>
            </a:pPr>
            <a:r>
              <a:t>⚡ HARDWARE WIRING &amp; BIO-SIGNALS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nRF5340 Dual-Core SoC: </a:t>
            </a:r>
            <a:r>
              <a:rPr sz="1100">
                <a:solidFill>
                  <a:srgbClr val="A9B5BA"/>
                </a:solidFill>
              </a:rPr>
              <a:t>128MHz App Core (DSP/TinyML) + Net Core (BLE 5.2 / LoRa).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TI AFE4900 ECG: </a:t>
            </a:r>
            <a:r>
              <a:rPr sz="1100">
                <a:solidFill>
                  <a:srgbClr val="A9B5BA"/>
                </a:solidFill>
              </a:rPr>
              <a:t>Clinical-grade P-Q-R-S-T bio-potential waveform monitor.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ST LSM6DSOX IMU: </a:t>
            </a:r>
            <a:r>
              <a:rPr sz="1100">
                <a:solidFill>
                  <a:srgbClr val="A9B5BA"/>
                </a:solidFill>
              </a:rPr>
              <a:t>6-axis kinematic motion jerk &amp; fall detection sensor.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0F6FC"/>
                </a:solidFill>
              </a:defRPr>
            </a:pPr>
            <a:r>
              <a:t>PROTOTYPE EVIDENCE 03: ZEPHYR RTOS C++ FIRMWARE IDE &amp; WOKWI TERMINAL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5303520" cy="48463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80160"/>
            <a:ext cx="557784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4160520"/>
            <a:ext cx="5577840" cy="1965960"/>
          </a:xfrm>
          <a:prstGeom prst="roundRect">
            <a:avLst/>
          </a:prstGeom>
          <a:solidFill>
            <a:srgbClr val="101A26"/>
          </a:solidFill>
          <a:ln w="1905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58C8F6"/>
                </a:solidFill>
              </a:defRPr>
            </a:pPr>
            <a:r>
              <a:t>💻 ZEPHYR C++ FIRMWARE &amp; TFLITE MICRO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Embedded C++ Firmware: </a:t>
            </a:r>
            <a:r>
              <a:rPr sz="1100">
                <a:solidFill>
                  <a:srgbClr val="A9B5BA"/>
                </a:solidFill>
              </a:rPr>
              <a:t>Zephyr RTOS v3.4 code executing quantized INT8 model in 34KB arena.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Sub-50ms Inference: </a:t>
            </a:r>
            <a:r>
              <a:rPr sz="1100">
                <a:solidFill>
                  <a:srgbClr val="A9B5BA"/>
                </a:solidFill>
              </a:rPr>
              <a:t>On-device sensor fusion matrix multiplication.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UART Terminal Log: </a:t>
            </a:r>
            <a:r>
              <a:rPr sz="1100">
                <a:solidFill>
                  <a:srgbClr val="A9B5BA"/>
                </a:solidFill>
              </a:rPr>
              <a:t>Confirms physical BLE/LoRa distress beacon initialization.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0F6FC"/>
                </a:solidFill>
              </a:defRPr>
            </a:pPr>
            <a:r>
              <a:t>PROTOTYPE EVIDENCE 04: MULTI-HAZARD EMERGENCY SIMULATION TESTS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5303520" cy="31089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80160"/>
            <a:ext cx="557784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526280"/>
            <a:ext cx="11064240" cy="1600200"/>
          </a:xfrm>
          <a:prstGeom prst="roundRect">
            <a:avLst/>
          </a:prstGeom>
          <a:solidFill>
            <a:srgbClr val="101A26"/>
          </a:solidFill>
          <a:ln w="1905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FF5D6C"/>
                </a:solidFill>
              </a:defRPr>
            </a:pPr>
            <a:r>
              <a:t>🚨 DUAL EMERGENCY HAZARD SIMULATION TESTS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Heatstroke Scenario: </a:t>
            </a:r>
            <a:r>
              <a:rPr sz="1100">
                <a:solidFill>
                  <a:srgbClr val="A9B5BA"/>
                </a:solidFill>
              </a:rPr>
              <a:t>Skin temp (42°C) + low HRV triggers CRITICAL status (73% Anomaly Risk) &amp; 880Hz local siren.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Toxic Gas Leak: </a:t>
            </a:r>
            <a:r>
              <a:rPr sz="1100">
                <a:solidFill>
                  <a:srgbClr val="A9B5BA"/>
                </a:solidFill>
              </a:rPr>
              <a:t>VOC gas surge (58 PPM) + SpO2 drop (91%) triggers instant offline LoRa distress broadcast packet.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F0F6FC"/>
                </a:solidFill>
              </a:defRPr>
            </a:pPr>
            <a:r>
              <a:t>PROTOTYPE EVIDENCE 05: DGMS STATUTORY AUDIT &amp; AIR-GAPPED OT SECURITY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80160"/>
            <a:ext cx="5303520" cy="48463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80160"/>
            <a:ext cx="557784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4160520"/>
            <a:ext cx="5577840" cy="1965960"/>
          </a:xfrm>
          <a:prstGeom prst="roundRect">
            <a:avLst/>
          </a:prstGeom>
          <a:solidFill>
            <a:srgbClr val="101A26"/>
          </a:solidFill>
          <a:ln w="1905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42D69B"/>
                </a:solidFill>
              </a:defRPr>
            </a:pPr>
            <a:r>
              <a:t>📜 STATUTORY DGMS AUDIT &amp; OT SECURITY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DGMS Audit Form IV: </a:t>
            </a:r>
            <a:r>
              <a:rPr sz="1100">
                <a:solidFill>
                  <a:srgbClr val="A9B5BA"/>
                </a:solidFill>
              </a:rPr>
              <a:t>Mines Act 1952 statutory incident investigation document for official audit logging.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AES-256 Mesh Encryption: </a:t>
            </a:r>
            <a:r>
              <a:rPr sz="1100">
                <a:solidFill>
                  <a:srgbClr val="A9B5BA"/>
                </a:solidFill>
              </a:rPr>
              <a:t>Zero cloud WAN telemetry leakage; local mesh payload encrypted end-to-end.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0E"/>
          </a:solidFill>
          <a:ln>
            <a:solidFill>
              <a:srgbClr val="0508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4114800" cy="365760"/>
          </a:xfrm>
          <a:prstGeom prst="roundRect">
            <a:avLst/>
          </a:prstGeom>
          <a:solidFill>
            <a:srgbClr val="101A26"/>
          </a:solidFill>
          <a:ln>
            <a:solidFill>
              <a:srgbClr val="42D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2D69B"/>
                </a:solidFill>
              </a:defRPr>
            </a:pPr>
            <a:r>
              <a:t>HACKCULTURE 2026 // TECHNICAL PROPOSAL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6FC"/>
                </a:solidFill>
              </a:defRPr>
            </a:pPr>
            <a:r>
              <a:t>READY FOR THE EDGE.</a:t>
            </a:r>
          </a:p>
          <a:p>
            <a:pPr>
              <a:spcBef>
                <a:spcPts val="400"/>
              </a:spcBef>
              <a:defRPr sz="1800">
                <a:solidFill>
                  <a:srgbClr val="58C8F6"/>
                </a:solidFill>
              </a:defRPr>
            </a:pPr>
            <a:r>
              <a:t>Air-Gapped Edge AI Wearables for Occupational Health in Critical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6217920" cy="3657600"/>
          </a:xfrm>
          <a:prstGeom prst="roundRect">
            <a:avLst/>
          </a:prstGeom>
          <a:solidFill>
            <a:srgbClr val="101A26"/>
          </a:solidFill>
          <a:ln w="1905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58C8F6"/>
                </a:solidFill>
              </a:defRPr>
            </a:pPr>
            <a:r>
              <a:t>🎯 ARCHITECTURE SUMMARY &amp; IMPACT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Cloud-Independent SCADA Hub: </a:t>
            </a:r>
            <a:r>
              <a:rPr sz="1100">
                <a:solidFill>
                  <a:srgbClr val="A9B5BA"/>
                </a:solidFill>
              </a:rPr>
              <a:t>100% air-gapped intranet operation with zero external REST WAN binding.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Deterministic Edge AI: </a:t>
            </a:r>
            <a:r>
              <a:rPr sz="1100">
                <a:solidFill>
                  <a:srgbClr val="A9B5BA"/>
                </a:solidFill>
              </a:rPr>
              <a:t>Sub-50ms TinyML sensor fusion on Nordic nRF5340 dual-core MCU.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Statutory Audit Compliance: </a:t>
            </a:r>
            <a:r>
              <a:rPr sz="1100">
                <a:solidFill>
                  <a:srgbClr val="A9B5BA"/>
                </a:solidFill>
              </a:rPr>
              <a:t>Mines Act 1952 &amp; Factories Act 1948 compliant DGMS Audit Form IV generation.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F0F6FC"/>
                </a:solidFill>
              </a:rPr>
              <a:t>• Instant Distress Response: </a:t>
            </a:r>
            <a:r>
              <a:rPr sz="1100">
                <a:solidFill>
                  <a:srgbClr val="A9B5BA"/>
                </a:solidFill>
              </a:rPr>
              <a:t>Local 880Hz audio alarm, haptic motor, and offline BLE/LoRa mesh beacon.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468880"/>
            <a:ext cx="4572000" cy="3657600"/>
          </a:xfrm>
          <a:prstGeom prst="roundRect">
            <a:avLst/>
          </a:prstGeom>
          <a:solidFill>
            <a:srgbClr val="101A26"/>
          </a:solidFill>
          <a:ln w="19050">
            <a:solidFill>
              <a:srgbClr val="23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b="1" sz="1500">
                <a:solidFill>
                  <a:srgbClr val="42D69B"/>
                </a:solidFill>
              </a:defRPr>
            </a:pPr>
            <a:r>
              <a:t>👥 ARCHITECTURE TEAM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0F6FC"/>
                </a:solidFill>
              </a:rPr>
              <a:t>1. Abhiraj Raushan
</a:t>
            </a:r>
            <a:r>
              <a:rPr sz="1100">
                <a:solidFill>
                  <a:srgbClr val="A9B5BA"/>
                </a:solidFill>
              </a:rPr>
              <a:t>    Lead Architect &amp; Developer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0F6FC"/>
                </a:solidFill>
              </a:rPr>
              <a:t>2. Satyapriya Sinha
</a:t>
            </a:r>
            <a:r>
              <a:rPr sz="1100">
                <a:solidFill>
                  <a:srgbClr val="A9B5BA"/>
                </a:solidFill>
              </a:rPr>
              <a:t>    Co-Lead &amp; Systems Engineer</a:t>
            </a:r>
          </a:p>
          <a:p>
            <a:pPr>
              <a:spcBef>
                <a:spcPts val="1600"/>
              </a:spcBef>
            </a:pPr>
            <a:r>
              <a:rPr b="1" sz="1200">
                <a:solidFill>
                  <a:srgbClr val="58C8F6"/>
                </a:solidFill>
              </a:rPr>
              <a:t>🙏 Thank you for reviewing the VITALSGRID technical proposal.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3288</Words>
  <Application>Microsoft Office PowerPoint</Application>
  <PresentationFormat>Widescreen</PresentationFormat>
  <Paragraphs>328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Arial</vt:lpstr>
      <vt:lpstr>Arial MT</vt:lpstr>
      <vt:lpstr>Calibri</vt:lpstr>
      <vt:lpstr>Courier New</vt:lpstr>
      <vt:lpstr>Times New Roman</vt:lpstr>
      <vt:lpstr>Office Theme</vt:lpstr>
      <vt:lpstr>PowerPoint Presentation</vt:lpstr>
      <vt:lpstr>Executive Summary</vt:lpstr>
      <vt:lpstr>The Problem: The Invisible Workforce</vt:lpstr>
      <vt:lpstr>The Barrier: OT Security Blockades</vt:lpstr>
      <vt:lpstr>The Impact: Cost of Inaction</vt:lpstr>
      <vt:lpstr>Paradigm Shift: Present vs. Future</vt:lpstr>
      <vt:lpstr>The Solution: VitalsGrid Wearable</vt:lpstr>
      <vt:lpstr>Architecture: Why Edge AI?</vt:lpstr>
      <vt:lpstr>System Architecture</vt:lpstr>
      <vt:lpstr>Hardware Stack: Compute &amp; Vitals</vt:lpstr>
      <vt:lpstr>Hardware Stack: Context &amp; Environment</vt:lpstr>
      <vt:lpstr>Algorithmic Logic: Deterministic Sensor Fusion</vt:lpstr>
      <vt:lpstr>Deep Dive: Mathematical Weights &amp; Activation</vt:lpstr>
      <vt:lpstr>Local Infrastructure: The Command Hub</vt:lpstr>
      <vt:lpstr>Real-World Scenario: 50.00 Hz Power Grid</vt:lpstr>
      <vt:lpstr>Academic &amp; Research Foundations</vt:lpstr>
      <vt:lpstr>Real-World Scenario 2: Confined Spaces</vt:lpstr>
      <vt:lpstr>Data Privacy &amp; Labor Compliance</vt:lpstr>
      <vt:lpstr>Long-Term Vision: Industry 4.0 Integration</vt:lpstr>
      <vt:lpstr>Market Size &amp; Scalability</vt:lpstr>
      <vt:lpstr>Engineering Roadmap</vt:lpstr>
      <vt:lpstr>[ TEAM ENGINEERING NOTEBOOK : ARCHITECTURE ]</vt:lpstr>
      <vt:lpstr>[ TEAM ENGINEERING NOTEBOOK : SENSOR FUSION ]</vt:lpstr>
      <vt:lpstr>[ TEAM ENGINEERING NOTEBOOK : EDGE DEPLOYMENT 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Abhiraj Raushan</dc:creator>
  <cp:lastModifiedBy>IIT bhubaneswar</cp:lastModifiedBy>
  <cp:revision>3</cp:revision>
  <dcterms:created xsi:type="dcterms:W3CDTF">2026-08-15T16:53:48Z</dcterms:created>
  <dcterms:modified xsi:type="dcterms:W3CDTF">2026-09-03T06:59:14Z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Producer">
    <vt:lpwstr>WeasyPrint 62.3</vt:lpwstr>
  </property>
  <property fmtid="{D5CDD505-2E9C-101B-9397-08002B2CF9AE}" pid="5" name="LastSaved">
    <vt:filetime>2026-08-15T00:00:00Z</vt:filetime>
  </property>
</Properties>
</file>